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4127" r:id="rId1"/>
  </p:sldMasterIdLst>
  <p:notesMasterIdLst>
    <p:notesMasterId r:id="rId6"/>
  </p:notesMasterIdLst>
  <p:handoutMasterIdLst>
    <p:handoutMasterId r:id="rId7"/>
  </p:handoutMasterIdLst>
  <p:sldIdLst>
    <p:sldId id="256" r:id="rId2"/>
    <p:sldId id="1210" r:id="rId3"/>
    <p:sldId id="1215" r:id="rId4"/>
    <p:sldId id="1216" r:id="rId5"/>
  </p:sldIdLst>
  <p:sldSz cx="9144000" cy="6858000" type="screen4x3"/>
  <p:notesSz cx="6858000" cy="9296400"/>
  <p:defaultTextStyle>
    <a:defPPr>
      <a:defRPr lang="en-US"/>
    </a:defPPr>
    <a:lvl1pPr algn="l" rtl="0" eaLnBrk="0" fontAlgn="base" hangingPunct="0">
      <a:spcBef>
        <a:spcPct val="25000"/>
      </a:spcBef>
      <a:spcAft>
        <a:spcPct val="0"/>
      </a:spcAft>
      <a:buClr>
        <a:srgbClr val="000066"/>
      </a:buClr>
      <a:buChar char="•"/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25000"/>
      </a:spcBef>
      <a:spcAft>
        <a:spcPct val="0"/>
      </a:spcAft>
      <a:buClr>
        <a:srgbClr val="000066"/>
      </a:buClr>
      <a:buChar char="•"/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2pPr>
    <a:lvl3pPr marL="914400" algn="l" rtl="0" eaLnBrk="0" fontAlgn="base" hangingPunct="0">
      <a:spcBef>
        <a:spcPct val="25000"/>
      </a:spcBef>
      <a:spcAft>
        <a:spcPct val="0"/>
      </a:spcAft>
      <a:buClr>
        <a:srgbClr val="000066"/>
      </a:buClr>
      <a:buChar char="•"/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3pPr>
    <a:lvl4pPr marL="1371600" algn="l" rtl="0" eaLnBrk="0" fontAlgn="base" hangingPunct="0">
      <a:spcBef>
        <a:spcPct val="25000"/>
      </a:spcBef>
      <a:spcAft>
        <a:spcPct val="0"/>
      </a:spcAft>
      <a:buClr>
        <a:srgbClr val="000066"/>
      </a:buClr>
      <a:buChar char="•"/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4pPr>
    <a:lvl5pPr marL="1828800" algn="l" rtl="0" eaLnBrk="0" fontAlgn="base" hangingPunct="0">
      <a:spcBef>
        <a:spcPct val="25000"/>
      </a:spcBef>
      <a:spcAft>
        <a:spcPct val="0"/>
      </a:spcAft>
      <a:buClr>
        <a:srgbClr val="000066"/>
      </a:buClr>
      <a:buChar char="•"/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6pPr>
    <a:lvl7pPr marL="2743200" algn="l" defTabSz="457200" rtl="0" eaLnBrk="1" latinLnBrk="0" hangingPunct="1"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7pPr>
    <a:lvl8pPr marL="3200400" algn="l" defTabSz="457200" rtl="0" eaLnBrk="1" latinLnBrk="0" hangingPunct="1"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8pPr>
    <a:lvl9pPr marL="3657600" algn="l" defTabSz="457200" rtl="0" eaLnBrk="1" latinLnBrk="0" hangingPunct="1">
      <a:defRPr sz="2400" kern="1200">
        <a:solidFill>
          <a:srgbClr val="000066"/>
        </a:solidFill>
        <a:latin typeface="Tahoma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0">
          <p15:clr>
            <a:srgbClr val="A4A3A4"/>
          </p15:clr>
        </p15:guide>
        <p15:guide id="2" pos="28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8193"/>
    <a:srgbClr val="379865"/>
    <a:srgbClr val="FFFF99"/>
    <a:srgbClr val="003366"/>
    <a:srgbClr val="000099"/>
    <a:srgbClr val="033ED3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84"/>
    <p:restoredTop sz="98810" autoAdjust="0"/>
  </p:normalViewPr>
  <p:slideViewPr>
    <p:cSldViewPr snapToGrid="0">
      <p:cViewPr varScale="1">
        <p:scale>
          <a:sx n="109" d="100"/>
          <a:sy n="109" d="100"/>
        </p:scale>
        <p:origin x="1674" y="108"/>
      </p:cViewPr>
      <p:guideLst>
        <p:guide orient="horz" pos="660"/>
        <p:guide pos="287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-936" y="-84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t" anchorCtr="0" compatLnSpc="1">
            <a:prstTxWarp prst="textNoShape">
              <a:avLst/>
            </a:prstTxWarp>
          </a:bodyPr>
          <a:lstStyle>
            <a:lvl1pPr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t" anchorCtr="0" compatLnSpc="1">
            <a:prstTxWarp prst="textNoShape">
              <a:avLst/>
            </a:prstTxWarp>
          </a:bodyPr>
          <a:lstStyle>
            <a:lvl1pPr algn="r"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b" anchorCtr="0" compatLnSpc="1">
            <a:prstTxWarp prst="textNoShape">
              <a:avLst/>
            </a:prstTxWarp>
          </a:bodyPr>
          <a:lstStyle>
            <a:lvl1pPr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b" anchorCtr="0" compatLnSpc="1">
            <a:prstTxWarp prst="textNoShape">
              <a:avLst/>
            </a:prstTxWarp>
          </a:bodyPr>
          <a:lstStyle>
            <a:lvl1pPr algn="r" defTabSz="881063">
              <a:spcBef>
                <a:spcPct val="0"/>
              </a:spcBef>
              <a:buClrTx/>
              <a:buFontTx/>
              <a:buNone/>
              <a:defRPr sz="1200" smtClean="0">
                <a:solidFill>
                  <a:schemeClr val="tx1"/>
                </a:solidFill>
                <a:latin typeface="Times" charset="0"/>
              </a:defRPr>
            </a:lvl1pPr>
          </a:lstStyle>
          <a:p>
            <a:pPr>
              <a:defRPr/>
            </a:pPr>
            <a:fld id="{B73C6E5B-A384-A74F-94B1-00E23D5C32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773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t" anchorCtr="0" compatLnSpc="1">
            <a:prstTxWarp prst="textNoShape">
              <a:avLst/>
            </a:prstTxWarp>
          </a:bodyPr>
          <a:lstStyle>
            <a:lvl1pPr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t" anchorCtr="0" compatLnSpc="1">
            <a:prstTxWarp prst="textNoShape">
              <a:avLst/>
            </a:prstTxWarp>
          </a:bodyPr>
          <a:lstStyle>
            <a:lvl1pPr algn="r"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b" anchorCtr="0" compatLnSpc="1">
            <a:prstTxWarp prst="textNoShape">
              <a:avLst/>
            </a:prstTxWarp>
          </a:bodyPr>
          <a:lstStyle>
            <a:lvl1pPr defTabSz="881063">
              <a:spcBef>
                <a:spcPct val="0"/>
              </a:spcBef>
              <a:buClrTx/>
              <a:buFontTx/>
              <a:buNone/>
              <a:defRPr sz="1200">
                <a:solidFill>
                  <a:schemeClr val="tx1"/>
                </a:solidFill>
                <a:latin typeface="Times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31263"/>
            <a:ext cx="29718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9" tIns="44070" rIns="88139" bIns="44070" numCol="1" anchor="b" anchorCtr="0" compatLnSpc="1">
            <a:prstTxWarp prst="textNoShape">
              <a:avLst/>
            </a:prstTxWarp>
          </a:bodyPr>
          <a:lstStyle>
            <a:lvl1pPr algn="r" defTabSz="881063">
              <a:spcBef>
                <a:spcPct val="0"/>
              </a:spcBef>
              <a:buClrTx/>
              <a:buFontTx/>
              <a:buNone/>
              <a:defRPr sz="1200" smtClean="0">
                <a:solidFill>
                  <a:schemeClr val="tx1"/>
                </a:solidFill>
                <a:latin typeface="Times" charset="0"/>
              </a:defRPr>
            </a:lvl1pPr>
          </a:lstStyle>
          <a:p>
            <a:pPr>
              <a:defRPr/>
            </a:pPr>
            <a:fld id="{8C811317-58E1-B645-A73C-AACD9A307A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7397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11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363338"/>
      </p:ext>
    </p:extLst>
  </p:cSld>
  <p:clrMapOvr>
    <a:masterClrMapping/>
  </p:clrMapOvr>
  <p:transition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9409005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2712561"/>
      </p:ext>
    </p:extLst>
  </p:cSld>
  <p:clrMapOvr>
    <a:masterClrMapping/>
  </p:clrMapOvr>
  <p:transition>
    <p:zoom dir="in"/>
  </p:transition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2275" y="1143000"/>
            <a:ext cx="4073525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73525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6015135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115077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0416179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9812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4112625"/>
      </p:ext>
    </p:extLst>
  </p:cSld>
  <p:clrMapOvr>
    <a:masterClrMapping/>
  </p:clrMapOvr>
  <p:transition>
    <p:zoom dir="in"/>
  </p:transition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201660"/>
      </p:ext>
    </p:extLst>
  </p:cSld>
  <p:clrMapOvr>
    <a:masterClrMapping/>
  </p:clrMapOvr>
  <p:transition>
    <p:zoom dir="in"/>
  </p:transition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8552850"/>
      </p:ext>
    </p:extLst>
  </p:cSld>
  <p:clrMapOvr>
    <a:masterClrMapping/>
  </p:clrMapOvr>
  <p:transition>
    <p:zoom dir="in"/>
  </p:transition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6863" y="228600"/>
            <a:ext cx="2074862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2275" y="228600"/>
            <a:ext cx="6072188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0720833"/>
      </p:ext>
    </p:extLst>
  </p:cSld>
  <p:clrMapOvr>
    <a:masterClrMapping/>
  </p:clrMapOvr>
  <p:transition>
    <p:zoom dir="in"/>
  </p:transition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22275" y="228600"/>
            <a:ext cx="82708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7173913" y="6124575"/>
            <a:ext cx="1592262" cy="47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2275" y="1143000"/>
            <a:ext cx="829945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3868738" y="6399213"/>
            <a:ext cx="1666875" cy="374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defTabSz="762000"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1pPr>
            <a:lvl2pPr marL="37931725" indent="-37474525" defTabSz="762000"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2pPr>
            <a:lvl3pPr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3pPr>
            <a:lvl4pPr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4pPr>
            <a:lvl5pPr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5pPr>
            <a:lvl6pPr marL="457200" eaLnBrk="0" fontAlgn="base" hangingPunct="0">
              <a:spcBef>
                <a:spcPct val="2500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6pPr>
            <a:lvl7pPr marL="914400" eaLnBrk="0" fontAlgn="base" hangingPunct="0">
              <a:spcBef>
                <a:spcPct val="2500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2500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2500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Tahoma" charset="0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sz="2000" b="1">
                <a:solidFill>
                  <a:schemeClr val="hlink"/>
                </a:solidFill>
                <a:latin typeface="Arial" charset="0"/>
                <a:cs typeface="+mn-cs"/>
              </a:rPr>
              <a:t>Confidential</a:t>
            </a: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422275" y="914400"/>
            <a:ext cx="829945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  <a:alpha val="74998"/>
              </a:schemeClr>
            </a:prstShdw>
          </a:effectLst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latin typeface="Tahoma" pitchFamily="-111" charset="0"/>
              <a:ea typeface="+mn-ea"/>
              <a:cs typeface="+mn-cs"/>
            </a:endParaRPr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422275" y="914400"/>
            <a:ext cx="8299450" cy="0"/>
          </a:xfrm>
          <a:prstGeom prst="lin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ffectLst>
            <a:prstShdw prst="shdw17" dist="17961" dir="2700000">
              <a:schemeClr val="hlink">
                <a:gamma/>
                <a:shade val="60000"/>
                <a:invGamma/>
                <a:alpha val="74998"/>
              </a:schemeClr>
            </a:prstShdw>
          </a:effectLst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endParaRPr lang="en-US">
              <a:latin typeface="Tahoma" pitchFamily="-111" charset="0"/>
              <a:ea typeface="+mn-ea"/>
              <a:cs typeface="+mn-c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8288" y="6208441"/>
            <a:ext cx="2265511" cy="5479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8" r:id="rId1"/>
    <p:sldLayoutId id="2147484129" r:id="rId2"/>
    <p:sldLayoutId id="2147484130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36" r:id="rId9"/>
    <p:sldLayoutId id="2147484137" r:id="rId10"/>
    <p:sldLayoutId id="2147484138" r:id="rId11"/>
  </p:sldLayoutIdLst>
  <p:transition>
    <p:zoom dir="in"/>
  </p:transition>
  <p:hf sldNum="0" hdr="0" dt="0"/>
  <p:txStyles>
    <p:titleStyle>
      <a:lvl1pPr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MS PGothic" pitchFamily="34" charset="-128"/>
          <a:cs typeface="MS PGothic" charset="0"/>
        </a:defRPr>
      </a:lvl1pPr>
      <a:lvl2pPr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  <a:ea typeface="MS PGothic" pitchFamily="34" charset="-128"/>
          <a:cs typeface="MS PGothic" charset="0"/>
        </a:defRPr>
      </a:lvl2pPr>
      <a:lvl3pPr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  <a:ea typeface="MS PGothic" pitchFamily="34" charset="-128"/>
          <a:cs typeface="MS PGothic" charset="0"/>
        </a:defRPr>
      </a:lvl3pPr>
      <a:lvl4pPr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  <a:ea typeface="MS PGothic" pitchFamily="34" charset="-128"/>
          <a:cs typeface="MS PGothic" charset="0"/>
        </a:defRPr>
      </a:lvl4pPr>
      <a:lvl5pPr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  <a:ea typeface="MS PGothic" pitchFamily="34" charset="-128"/>
          <a:cs typeface="MS PGothic" charset="0"/>
        </a:defRPr>
      </a:lvl5pPr>
      <a:lvl6pPr marL="457200"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</a:defRPr>
      </a:lvl6pPr>
      <a:lvl7pPr marL="914400"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</a:defRPr>
      </a:lvl7pPr>
      <a:lvl8pPr marL="1371600"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</a:defRPr>
      </a:lvl8pPr>
      <a:lvl9pPr marL="1828800" algn="ctr" defTabSz="7620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Tahoma" pitchFamily="-111" charset="0"/>
        </a:defRPr>
      </a:lvl9pPr>
    </p:titleStyle>
    <p:bodyStyle>
      <a:lvl1pPr marL="280988" indent="-280988" algn="l" defTabSz="762000" rtl="0" eaLnBrk="1" fontAlgn="base" hangingPunct="1">
        <a:spcBef>
          <a:spcPct val="25000"/>
        </a:spcBef>
        <a:spcAft>
          <a:spcPct val="0"/>
        </a:spcAft>
        <a:buClr>
          <a:srgbClr val="000066"/>
        </a:buClr>
        <a:buChar char="•"/>
        <a:defRPr sz="2800">
          <a:solidFill>
            <a:srgbClr val="000066"/>
          </a:solidFill>
          <a:latin typeface="+mn-lt"/>
          <a:ea typeface="MS PGothic" pitchFamily="34" charset="-128"/>
          <a:cs typeface="MS PGothic" charset="0"/>
        </a:defRPr>
      </a:lvl1pPr>
      <a:lvl2pPr marL="666750" indent="-195263" algn="l" defTabSz="762000" rtl="0" eaLnBrk="1" fontAlgn="base" hangingPunct="1">
        <a:spcBef>
          <a:spcPct val="25000"/>
        </a:spcBef>
        <a:spcAft>
          <a:spcPct val="0"/>
        </a:spcAft>
        <a:buClr>
          <a:srgbClr val="660033"/>
        </a:buClr>
        <a:buSzPct val="75000"/>
        <a:buChar char="•"/>
        <a:defRPr sz="2400">
          <a:solidFill>
            <a:srgbClr val="660033"/>
          </a:solidFill>
          <a:latin typeface="+mn-lt"/>
          <a:ea typeface="MS PGothic" pitchFamily="34" charset="-128"/>
          <a:cs typeface="MS PGothic" charset="0"/>
        </a:defRPr>
      </a:lvl2pPr>
      <a:lvl3pPr marL="1147763" indent="-195263" algn="l" defTabSz="762000" rtl="0" eaLnBrk="1" fontAlgn="base" hangingPunct="1">
        <a:spcBef>
          <a:spcPct val="25000"/>
        </a:spcBef>
        <a:spcAft>
          <a:spcPct val="0"/>
        </a:spcAft>
        <a:buClr>
          <a:srgbClr val="003300"/>
        </a:buClr>
        <a:buSzPct val="75000"/>
        <a:buChar char="•"/>
        <a:defRPr sz="2000">
          <a:solidFill>
            <a:srgbClr val="003300"/>
          </a:solidFill>
          <a:latin typeface="+mn-lt"/>
          <a:ea typeface="MS PGothic" pitchFamily="34" charset="-128"/>
          <a:cs typeface="MS PGothic" charset="0"/>
        </a:defRPr>
      </a:lvl3pPr>
      <a:lvl4pPr marL="1804988" indent="-277813" algn="l" defTabSz="762000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rgbClr val="0066FF"/>
          </a:solidFill>
          <a:latin typeface="Rotis Sans Serif for Nokia" charset="0"/>
          <a:ea typeface="MS PGothic" pitchFamily="34" charset="-128"/>
          <a:cs typeface="MS PGothic" charset="0"/>
        </a:defRPr>
      </a:lvl4pPr>
      <a:lvl5pPr marL="2286000" indent="-280988" algn="l" defTabSz="762000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FF33CC"/>
          </a:solidFill>
          <a:latin typeface="Rotis Sans Serif for Nokia" charset="0"/>
          <a:ea typeface="MS PGothic" pitchFamily="34" charset="-128"/>
          <a:cs typeface="MS PGothic" charset="0"/>
        </a:defRPr>
      </a:lvl5pPr>
      <a:lvl6pPr marL="2743200" indent="-280988" algn="l" defTabSz="762000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FF33CC"/>
          </a:solidFill>
          <a:latin typeface="Rotis Sans Serif for Nokia" charset="0"/>
          <a:ea typeface="ＭＳ Ｐゴシック" pitchFamily="-111" charset="-128"/>
        </a:defRPr>
      </a:lvl6pPr>
      <a:lvl7pPr marL="3200400" indent="-280988" algn="l" defTabSz="762000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FF33CC"/>
          </a:solidFill>
          <a:latin typeface="Rotis Sans Serif for Nokia" charset="0"/>
          <a:ea typeface="ＭＳ Ｐゴシック" pitchFamily="-111" charset="-128"/>
        </a:defRPr>
      </a:lvl7pPr>
      <a:lvl8pPr marL="3657600" indent="-280988" algn="l" defTabSz="762000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FF33CC"/>
          </a:solidFill>
          <a:latin typeface="Rotis Sans Serif for Nokia" charset="0"/>
          <a:ea typeface="ＭＳ Ｐゴシック" pitchFamily="-111" charset="-128"/>
        </a:defRPr>
      </a:lvl8pPr>
      <a:lvl9pPr marL="4114800" indent="-280988" algn="l" defTabSz="762000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rgbClr val="FF33CC"/>
          </a:solidFill>
          <a:latin typeface="Rotis Sans Serif for Nokia" charset="0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D7C26-6844-2242-9608-2C00D3E966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Itron</a:t>
            </a:r>
            <a:r>
              <a:rPr lang="en-US" dirty="0"/>
              <a:t> NB API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50A4F-AA75-3A42-8BE4-40726FC87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32088"/>
            <a:ext cx="6400800" cy="17526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6463"/>
      </p:ext>
    </p:extLst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C16C-11F5-8F4A-A7E4-B712DFD7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27A0-C113-0245-B5A2-0B2A6A88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Standard URI/URL structure</a:t>
            </a:r>
          </a:p>
          <a:p>
            <a:pPr lvl="1"/>
            <a:r>
              <a:rPr lang="en-US" dirty="0"/>
              <a:t>Read/write/execute/delete</a:t>
            </a:r>
          </a:p>
          <a:p>
            <a:r>
              <a:rPr lang="en-US" dirty="0"/>
              <a:t>Provisioning</a:t>
            </a:r>
          </a:p>
          <a:p>
            <a:r>
              <a:rPr lang="en-US" dirty="0"/>
              <a:t>Registration</a:t>
            </a:r>
          </a:p>
          <a:p>
            <a:r>
              <a:rPr lang="en-US" dirty="0"/>
              <a:t>CORE object support including enablers</a:t>
            </a:r>
          </a:p>
          <a:p>
            <a:r>
              <a:rPr lang="en-US" dirty="0"/>
              <a:t>Observe</a:t>
            </a:r>
          </a:p>
          <a:p>
            <a:r>
              <a:rPr lang="en-US" dirty="0"/>
              <a:t>Group device support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958060"/>
      </p:ext>
    </p:extLst>
  </p:cSld>
  <p:clrMapOvr>
    <a:masterClrMapping/>
  </p:clrMapOvr>
  <p:transition>
    <p:zoom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C16C-11F5-8F4A-A7E4-B712DFD7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27A0-C113-0245-B5A2-0B2A6A88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Structured API that maps to objects via URL </a:t>
            </a:r>
          </a:p>
          <a:p>
            <a:pPr lvl="1"/>
            <a:r>
              <a:rPr lang="en-US" sz="1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https:/lwm2m_server/v1/write/lwm2m_Device_ID/object/instance/resource/instance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A URL that supports Composite read and write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API that supports Asynchronous and Synchronous request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API that support Discovery of devices</a:t>
            </a:r>
          </a:p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Support for all encodings in LwM2M (e.g. JSON, TLV, SENML/CBOR)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58157"/>
      </p:ext>
    </p:extLst>
  </p:cSld>
  <p:clrMapOvr>
    <a:masterClrMapping/>
  </p:clrMapOvr>
  <p:transition>
    <p:zoom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1C16C-11F5-8F4A-A7E4-B712DFD7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427A0-C113-0245-B5A2-0B2A6A88C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Support for Grouping of devices</a:t>
            </a:r>
          </a:p>
          <a:p>
            <a:r>
              <a:rPr lang="en-US" dirty="0"/>
              <a:t>Ability to “Script” to an URL e.g.</a:t>
            </a:r>
          </a:p>
          <a:p>
            <a:pPr lvl="1"/>
            <a:r>
              <a:rPr lang="en-US" dirty="0"/>
              <a:t>Post coap://lwm2m_server/v1/command</a:t>
            </a:r>
          </a:p>
          <a:p>
            <a:pPr marL="471487" lvl="1" indent="0">
              <a:buNone/>
            </a:pPr>
            <a:r>
              <a:rPr lang="en-US" sz="1800" dirty="0"/>
              <a:t>{“</a:t>
            </a:r>
            <a:r>
              <a:rPr lang="en-US" sz="1800" dirty="0" err="1"/>
              <a:t>method”:”Read</a:t>
            </a:r>
            <a:r>
              <a:rPr lang="en-US" sz="1800" dirty="0"/>
              <a:t>”, “params”:{LwM2M_Device_Id:”/3/0/9”}</a:t>
            </a:r>
          </a:p>
          <a:p>
            <a:r>
              <a:rPr lang="en-US" dirty="0"/>
              <a:t>FW Download</a:t>
            </a:r>
          </a:p>
          <a:p>
            <a:r>
              <a:rPr lang="en-US" dirty="0"/>
              <a:t>Security support of TLS, DTLS, OSCORE, etc.</a:t>
            </a:r>
          </a:p>
          <a:p>
            <a:r>
              <a:rPr lang="en-US" dirty="0"/>
              <a:t>Support for Observe</a:t>
            </a:r>
          </a:p>
          <a:p>
            <a:r>
              <a:rPr lang="en-US" dirty="0"/>
              <a:t>Support for Subscription to </a:t>
            </a:r>
            <a:r>
              <a:rPr lang="en-US"/>
              <a:t>unsolicited data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926458"/>
      </p:ext>
    </p:extLst>
  </p:cSld>
  <p:clrMapOvr>
    <a:masterClrMapping/>
  </p:clrMapOvr>
  <p:transition>
    <p:zoom dir="in"/>
  </p:transition>
</p:sld>
</file>

<file path=ppt/theme/theme1.xml><?xml version="1.0" encoding="utf-8"?>
<a:theme xmlns:a="http://schemas.openxmlformats.org/drawingml/2006/main" name="BOD 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1_OMA 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280988" marR="0" indent="-280988" algn="l" defTabSz="762000" rtl="0" eaLnBrk="0" fontAlgn="base" latinLnBrk="0" hangingPunct="0">
          <a:lnSpc>
            <a:spcPct val="100000"/>
          </a:lnSpc>
          <a:spcBef>
            <a:spcPct val="25000"/>
          </a:spcBef>
          <a:spcAft>
            <a:spcPct val="0"/>
          </a:spcAft>
          <a:buClr>
            <a:srgbClr val="000066"/>
          </a:buClr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66"/>
            </a:solidFill>
            <a:effectLst/>
            <a:latin typeface="Tahoma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280988" marR="0" indent="-280988" algn="l" defTabSz="762000" rtl="0" eaLnBrk="0" fontAlgn="base" latinLnBrk="0" hangingPunct="0">
          <a:lnSpc>
            <a:spcPct val="100000"/>
          </a:lnSpc>
          <a:spcBef>
            <a:spcPct val="25000"/>
          </a:spcBef>
          <a:spcAft>
            <a:spcPct val="0"/>
          </a:spcAft>
          <a:buClr>
            <a:srgbClr val="000066"/>
          </a:buClr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66"/>
            </a:solidFill>
            <a:effectLst/>
            <a:latin typeface="Tahoma" pitchFamily="-111" charset="0"/>
          </a:defRPr>
        </a:defPPr>
      </a:lstStyle>
    </a:lnDef>
  </a:objectDefaults>
  <a:extraClrSchemeLst>
    <a:extraClrScheme>
      <a:clrScheme name="1_OMA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MA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OMA 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MA 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MA 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MA 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OMA 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MA-BOARD-2020-0025R01-OMA_3" id="{B294D552-BD20-8645-B9EB-BB3BDF52A04F}" vid="{FF18CEC5-D0FC-F34A-8E20-0E4F0E172E1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BOD Template</Template>
  <TotalTime>3314</TotalTime>
  <Words>169</Words>
  <Application>Microsoft Office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Rotis Sans Serif for Nokia</vt:lpstr>
      <vt:lpstr>Tahoma</vt:lpstr>
      <vt:lpstr>Times</vt:lpstr>
      <vt:lpstr>BOD Template</vt:lpstr>
      <vt:lpstr>Itron NB API proposal</vt:lpstr>
      <vt:lpstr>Requirements</vt:lpstr>
      <vt:lpstr>Proposal</vt:lpstr>
      <vt:lpstr>Proposal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Seth Newberry</dc:creator>
  <cp:lastModifiedBy>Gillmore, Matthew</cp:lastModifiedBy>
  <cp:revision>14</cp:revision>
  <cp:lastPrinted>2012-08-07T23:46:26Z</cp:lastPrinted>
  <dcterms:created xsi:type="dcterms:W3CDTF">2021-07-14T21:53:47Z</dcterms:created>
  <dcterms:modified xsi:type="dcterms:W3CDTF">2023-10-23T14:46:08Z</dcterms:modified>
</cp:coreProperties>
</file>