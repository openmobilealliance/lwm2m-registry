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127" r:id="rId4"/>
  </p:sldMasterIdLst>
  <p:notesMasterIdLst>
    <p:notesMasterId r:id="rId18"/>
  </p:notesMasterIdLst>
  <p:handoutMasterIdLst>
    <p:handoutMasterId r:id="rId19"/>
  </p:handoutMasterIdLst>
  <p:sldIdLst>
    <p:sldId id="2142532163" r:id="rId5"/>
    <p:sldId id="2142532192" r:id="rId6"/>
    <p:sldId id="458" r:id="rId7"/>
    <p:sldId id="2142532194" r:id="rId8"/>
    <p:sldId id="2142532198" r:id="rId9"/>
    <p:sldId id="2142532195" r:id="rId10"/>
    <p:sldId id="2142532197" r:id="rId11"/>
    <p:sldId id="2142532196" r:id="rId12"/>
    <p:sldId id="2142532199" r:id="rId13"/>
    <p:sldId id="2142532200" r:id="rId14"/>
    <p:sldId id="2142532201" r:id="rId15"/>
    <p:sldId id="2142532202" r:id="rId16"/>
    <p:sldId id="2142532176" r:id="rId17"/>
  </p:sldIdLst>
  <p:sldSz cx="9144000" cy="5143500" type="screen16x9"/>
  <p:notesSz cx="6858000" cy="9296400"/>
  <p:defaultTextStyle>
    <a:defPPr>
      <a:defRPr lang="en-US"/>
    </a:defPPr>
    <a:lvl1pPr algn="l" rtl="0" eaLnBrk="0" fontAlgn="base" hangingPunct="0">
      <a:spcBef>
        <a:spcPct val="25000"/>
      </a:spcBef>
      <a:spcAft>
        <a:spcPct val="0"/>
      </a:spcAft>
      <a:buClr>
        <a:srgbClr val="000066"/>
      </a:buClr>
      <a:buChar char="•"/>
      <a:defRPr sz="2400" kern="1200">
        <a:solidFill>
          <a:srgbClr val="000066"/>
        </a:solidFill>
        <a:latin typeface="Tahoma" charset="0"/>
        <a:ea typeface="MS PGothic" charset="0"/>
        <a:cs typeface="MS PGothic" charset="0"/>
      </a:defRPr>
    </a:lvl1pPr>
    <a:lvl2pPr marL="457200" algn="l" rtl="0" eaLnBrk="0" fontAlgn="base" hangingPunct="0">
      <a:spcBef>
        <a:spcPct val="25000"/>
      </a:spcBef>
      <a:spcAft>
        <a:spcPct val="0"/>
      </a:spcAft>
      <a:buClr>
        <a:srgbClr val="000066"/>
      </a:buClr>
      <a:buChar char="•"/>
      <a:defRPr sz="2400" kern="1200">
        <a:solidFill>
          <a:srgbClr val="000066"/>
        </a:solidFill>
        <a:latin typeface="Tahoma" charset="0"/>
        <a:ea typeface="MS PGothic" charset="0"/>
        <a:cs typeface="MS PGothic" charset="0"/>
      </a:defRPr>
    </a:lvl2pPr>
    <a:lvl3pPr marL="914400" algn="l" rtl="0" eaLnBrk="0" fontAlgn="base" hangingPunct="0">
      <a:spcBef>
        <a:spcPct val="25000"/>
      </a:spcBef>
      <a:spcAft>
        <a:spcPct val="0"/>
      </a:spcAft>
      <a:buClr>
        <a:srgbClr val="000066"/>
      </a:buClr>
      <a:buChar char="•"/>
      <a:defRPr sz="2400" kern="1200">
        <a:solidFill>
          <a:srgbClr val="000066"/>
        </a:solidFill>
        <a:latin typeface="Tahoma" charset="0"/>
        <a:ea typeface="MS PGothic" charset="0"/>
        <a:cs typeface="MS PGothic" charset="0"/>
      </a:defRPr>
    </a:lvl3pPr>
    <a:lvl4pPr marL="1371600" algn="l" rtl="0" eaLnBrk="0" fontAlgn="base" hangingPunct="0">
      <a:spcBef>
        <a:spcPct val="25000"/>
      </a:spcBef>
      <a:spcAft>
        <a:spcPct val="0"/>
      </a:spcAft>
      <a:buClr>
        <a:srgbClr val="000066"/>
      </a:buClr>
      <a:buChar char="•"/>
      <a:defRPr sz="2400" kern="1200">
        <a:solidFill>
          <a:srgbClr val="000066"/>
        </a:solidFill>
        <a:latin typeface="Tahoma" charset="0"/>
        <a:ea typeface="MS PGothic" charset="0"/>
        <a:cs typeface="MS PGothic" charset="0"/>
      </a:defRPr>
    </a:lvl4pPr>
    <a:lvl5pPr marL="1828800" algn="l" rtl="0" eaLnBrk="0" fontAlgn="base" hangingPunct="0">
      <a:spcBef>
        <a:spcPct val="25000"/>
      </a:spcBef>
      <a:spcAft>
        <a:spcPct val="0"/>
      </a:spcAft>
      <a:buClr>
        <a:srgbClr val="000066"/>
      </a:buClr>
      <a:buChar char="•"/>
      <a:defRPr sz="2400" kern="1200">
        <a:solidFill>
          <a:srgbClr val="000066"/>
        </a:solidFill>
        <a:latin typeface="Tahoma" charset="0"/>
        <a:ea typeface="MS PGothic" charset="0"/>
        <a:cs typeface="MS PGothic" charset="0"/>
      </a:defRPr>
    </a:lvl5pPr>
    <a:lvl6pPr marL="2286000" algn="l" defTabSz="457200" rtl="0" eaLnBrk="1" latinLnBrk="0" hangingPunct="1">
      <a:defRPr sz="2400" kern="1200">
        <a:solidFill>
          <a:srgbClr val="000066"/>
        </a:solidFill>
        <a:latin typeface="Tahoma" charset="0"/>
        <a:ea typeface="MS PGothic" charset="0"/>
        <a:cs typeface="MS PGothic" charset="0"/>
      </a:defRPr>
    </a:lvl6pPr>
    <a:lvl7pPr marL="2743200" algn="l" defTabSz="457200" rtl="0" eaLnBrk="1" latinLnBrk="0" hangingPunct="1">
      <a:defRPr sz="2400" kern="1200">
        <a:solidFill>
          <a:srgbClr val="000066"/>
        </a:solidFill>
        <a:latin typeface="Tahoma" charset="0"/>
        <a:ea typeface="MS PGothic" charset="0"/>
        <a:cs typeface="MS PGothic" charset="0"/>
      </a:defRPr>
    </a:lvl7pPr>
    <a:lvl8pPr marL="3200400" algn="l" defTabSz="457200" rtl="0" eaLnBrk="1" latinLnBrk="0" hangingPunct="1">
      <a:defRPr sz="2400" kern="1200">
        <a:solidFill>
          <a:srgbClr val="000066"/>
        </a:solidFill>
        <a:latin typeface="Tahoma" charset="0"/>
        <a:ea typeface="MS PGothic" charset="0"/>
        <a:cs typeface="MS PGothic" charset="0"/>
      </a:defRPr>
    </a:lvl8pPr>
    <a:lvl9pPr marL="3657600" algn="l" defTabSz="457200" rtl="0" eaLnBrk="1" latinLnBrk="0" hangingPunct="1">
      <a:defRPr sz="2400" kern="1200">
        <a:solidFill>
          <a:srgbClr val="000066"/>
        </a:solidFill>
        <a:latin typeface="Tahoma" charset="0"/>
        <a:ea typeface="MS PGothic" charset="0"/>
        <a:cs typeface="MS PGothic" charset="0"/>
      </a:defRPr>
    </a:lvl9pPr>
  </p:defaultTextStyle>
  <p:extLst>
    <p:ext uri="{521415D9-36F7-43E2-AB2F-B90AF26B5E84}">
      <p14:sectionLst xmlns:p14="http://schemas.microsoft.com/office/powerpoint/2010/main">
        <p14:section name="Default Section" id="{997C8D79-9B7A-4A3D-A661-92F420F9E7D5}">
          <p14:sldIdLst>
            <p14:sldId id="2142532163"/>
            <p14:sldId id="2142532192"/>
            <p14:sldId id="458"/>
            <p14:sldId id="2142532194"/>
            <p14:sldId id="2142532198"/>
            <p14:sldId id="2142532195"/>
            <p14:sldId id="2142532197"/>
            <p14:sldId id="2142532196"/>
            <p14:sldId id="2142532199"/>
            <p14:sldId id="2142532200"/>
            <p14:sldId id="2142532201"/>
            <p14:sldId id="2142532202"/>
          </p14:sldIdLst>
        </p14:section>
        <p14:section name="Untitled Section" id="{10085E77-6ABD-497A-988A-D86732298567}">
          <p14:sldIdLst>
            <p14:sldId id="2142532176"/>
          </p14:sldIdLst>
        </p14:section>
      </p14:sectionLst>
    </p:ext>
    <p:ext uri="{EFAFB233-063F-42B5-8137-9DF3F51BA10A}">
      <p15:sldGuideLst xmlns:p15="http://schemas.microsoft.com/office/powerpoint/2012/main">
        <p15:guide id="1" orient="horz" pos="495" userDrawn="1">
          <p15:clr>
            <a:srgbClr val="A4A3A4"/>
          </p15:clr>
        </p15:guide>
        <p15:guide id="2" pos="2875" userDrawn="1">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A100"/>
    <a:srgbClr val="6245A0"/>
    <a:srgbClr val="B12509"/>
    <a:srgbClr val="000066"/>
    <a:srgbClr val="97D0B3"/>
    <a:srgbClr val="FC8193"/>
    <a:srgbClr val="379865"/>
    <a:srgbClr val="FFFF99"/>
    <a:srgbClr val="0033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88" autoAdjust="0"/>
    <p:restoredTop sz="94694"/>
  </p:normalViewPr>
  <p:slideViewPr>
    <p:cSldViewPr snapToGrid="0">
      <p:cViewPr varScale="1">
        <p:scale>
          <a:sx n="262" d="100"/>
          <a:sy n="262" d="100"/>
        </p:scale>
        <p:origin x="200" y="512"/>
      </p:cViewPr>
      <p:guideLst>
        <p:guide orient="horz" pos="495"/>
        <p:guide pos="2875"/>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2971800" cy="463550"/>
          </a:xfrm>
          <a:prstGeom prst="rect">
            <a:avLst/>
          </a:prstGeom>
          <a:noFill/>
          <a:ln w="9525">
            <a:noFill/>
            <a:miter lim="800000"/>
            <a:headEnd/>
            <a:tailEnd/>
          </a:ln>
          <a:effectLst/>
        </p:spPr>
        <p:txBody>
          <a:bodyPr vert="horz" wrap="square" lIns="88139" tIns="44070" rIns="88139" bIns="44070" numCol="1" anchor="t" anchorCtr="0" compatLnSpc="1">
            <a:prstTxWarp prst="textNoShape">
              <a:avLst/>
            </a:prstTxWarp>
          </a:bodyPr>
          <a:lstStyle>
            <a:lvl1pPr defTabSz="881063">
              <a:spcBef>
                <a:spcPct val="0"/>
              </a:spcBef>
              <a:buClrTx/>
              <a:buFontTx/>
              <a:buNone/>
              <a:defRPr sz="1200">
                <a:solidFill>
                  <a:schemeClr val="tx1"/>
                </a:solidFill>
                <a:latin typeface="Times" charset="0"/>
                <a:ea typeface="ＭＳ Ｐゴシック" charset="-128"/>
                <a:cs typeface="+mn-cs"/>
              </a:defRPr>
            </a:lvl1pPr>
          </a:lstStyle>
          <a:p>
            <a:pPr>
              <a:defRPr/>
            </a:pPr>
            <a:endParaRPr lang="en-US"/>
          </a:p>
        </p:txBody>
      </p:sp>
      <p:sp>
        <p:nvSpPr>
          <p:cNvPr id="99331" name="Rectangle 3"/>
          <p:cNvSpPr>
            <a:spLocks noGrp="1" noChangeArrowheads="1"/>
          </p:cNvSpPr>
          <p:nvPr>
            <p:ph type="dt" sz="quarter" idx="1"/>
          </p:nvPr>
        </p:nvSpPr>
        <p:spPr bwMode="auto">
          <a:xfrm>
            <a:off x="3884613" y="0"/>
            <a:ext cx="2971800" cy="463550"/>
          </a:xfrm>
          <a:prstGeom prst="rect">
            <a:avLst/>
          </a:prstGeom>
          <a:noFill/>
          <a:ln w="9525">
            <a:noFill/>
            <a:miter lim="800000"/>
            <a:headEnd/>
            <a:tailEnd/>
          </a:ln>
          <a:effectLst/>
        </p:spPr>
        <p:txBody>
          <a:bodyPr vert="horz" wrap="square" lIns="88139" tIns="44070" rIns="88139" bIns="44070" numCol="1" anchor="t" anchorCtr="0" compatLnSpc="1">
            <a:prstTxWarp prst="textNoShape">
              <a:avLst/>
            </a:prstTxWarp>
          </a:bodyPr>
          <a:lstStyle>
            <a:lvl1pPr algn="r" defTabSz="881063">
              <a:spcBef>
                <a:spcPct val="0"/>
              </a:spcBef>
              <a:buClrTx/>
              <a:buFontTx/>
              <a:buNone/>
              <a:defRPr sz="1200">
                <a:solidFill>
                  <a:schemeClr val="tx1"/>
                </a:solidFill>
                <a:latin typeface="Times" charset="0"/>
                <a:ea typeface="ＭＳ Ｐゴシック" charset="-128"/>
                <a:cs typeface="+mn-cs"/>
              </a:defRPr>
            </a:lvl1pPr>
          </a:lstStyle>
          <a:p>
            <a:pPr>
              <a:defRPr/>
            </a:pPr>
            <a:endParaRPr lang="en-US"/>
          </a:p>
        </p:txBody>
      </p:sp>
      <p:sp>
        <p:nvSpPr>
          <p:cNvPr id="99332" name="Rectangle 4"/>
          <p:cNvSpPr>
            <a:spLocks noGrp="1" noChangeArrowheads="1"/>
          </p:cNvSpPr>
          <p:nvPr>
            <p:ph type="ftr" sz="quarter" idx="2"/>
          </p:nvPr>
        </p:nvSpPr>
        <p:spPr bwMode="auto">
          <a:xfrm>
            <a:off x="0" y="8831263"/>
            <a:ext cx="2971800" cy="463550"/>
          </a:xfrm>
          <a:prstGeom prst="rect">
            <a:avLst/>
          </a:prstGeom>
          <a:noFill/>
          <a:ln w="9525">
            <a:noFill/>
            <a:miter lim="800000"/>
            <a:headEnd/>
            <a:tailEnd/>
          </a:ln>
          <a:effectLst/>
        </p:spPr>
        <p:txBody>
          <a:bodyPr vert="horz" wrap="square" lIns="88139" tIns="44070" rIns="88139" bIns="44070" numCol="1" anchor="b" anchorCtr="0" compatLnSpc="1">
            <a:prstTxWarp prst="textNoShape">
              <a:avLst/>
            </a:prstTxWarp>
          </a:bodyPr>
          <a:lstStyle>
            <a:lvl1pPr defTabSz="881063">
              <a:spcBef>
                <a:spcPct val="0"/>
              </a:spcBef>
              <a:buClrTx/>
              <a:buFontTx/>
              <a:buNone/>
              <a:defRPr sz="1200">
                <a:solidFill>
                  <a:schemeClr val="tx1"/>
                </a:solidFill>
                <a:latin typeface="Times" charset="0"/>
                <a:ea typeface="ＭＳ Ｐゴシック" charset="-128"/>
                <a:cs typeface="+mn-cs"/>
              </a:defRPr>
            </a:lvl1pPr>
          </a:lstStyle>
          <a:p>
            <a:pPr>
              <a:defRPr/>
            </a:pPr>
            <a:endParaRPr lang="en-US"/>
          </a:p>
        </p:txBody>
      </p:sp>
      <p:sp>
        <p:nvSpPr>
          <p:cNvPr id="99333" name="Rectangle 5"/>
          <p:cNvSpPr>
            <a:spLocks noGrp="1" noChangeArrowheads="1"/>
          </p:cNvSpPr>
          <p:nvPr>
            <p:ph type="sldNum" sz="quarter" idx="3"/>
          </p:nvPr>
        </p:nvSpPr>
        <p:spPr bwMode="auto">
          <a:xfrm>
            <a:off x="3884613" y="8831263"/>
            <a:ext cx="2971800" cy="463550"/>
          </a:xfrm>
          <a:prstGeom prst="rect">
            <a:avLst/>
          </a:prstGeom>
          <a:noFill/>
          <a:ln w="9525">
            <a:noFill/>
            <a:miter lim="800000"/>
            <a:headEnd/>
            <a:tailEnd/>
          </a:ln>
          <a:effectLst/>
        </p:spPr>
        <p:txBody>
          <a:bodyPr vert="horz" wrap="square" lIns="88139" tIns="44070" rIns="88139" bIns="44070" numCol="1" anchor="b" anchorCtr="0" compatLnSpc="1">
            <a:prstTxWarp prst="textNoShape">
              <a:avLst/>
            </a:prstTxWarp>
          </a:bodyPr>
          <a:lstStyle>
            <a:lvl1pPr algn="r" defTabSz="881063">
              <a:spcBef>
                <a:spcPct val="0"/>
              </a:spcBef>
              <a:buClrTx/>
              <a:buFontTx/>
              <a:buNone/>
              <a:defRPr sz="1200" smtClean="0">
                <a:solidFill>
                  <a:schemeClr val="tx1"/>
                </a:solidFill>
                <a:latin typeface="Times" charset="0"/>
              </a:defRPr>
            </a:lvl1pPr>
          </a:lstStyle>
          <a:p>
            <a:pPr>
              <a:defRPr/>
            </a:pPr>
            <a:fld id="{B73C6E5B-A384-A74F-94B1-00E23D5C32E8}" type="slidenum">
              <a:rPr lang="en-US"/>
              <a:pPr>
                <a:defRPr/>
              </a:pPr>
              <a:t>‹#›</a:t>
            </a:fld>
            <a:endParaRPr lang="en-US"/>
          </a:p>
        </p:txBody>
      </p:sp>
    </p:spTree>
    <p:extLst>
      <p:ext uri="{BB962C8B-B14F-4D97-AF65-F5344CB8AC3E}">
        <p14:creationId xmlns:p14="http://schemas.microsoft.com/office/powerpoint/2010/main" val="196307735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63550"/>
          </a:xfrm>
          <a:prstGeom prst="rect">
            <a:avLst/>
          </a:prstGeom>
          <a:noFill/>
          <a:ln w="9525">
            <a:noFill/>
            <a:miter lim="800000"/>
            <a:headEnd/>
            <a:tailEnd/>
          </a:ln>
          <a:effectLst/>
        </p:spPr>
        <p:txBody>
          <a:bodyPr vert="horz" wrap="square" lIns="88139" tIns="44070" rIns="88139" bIns="44070" numCol="1" anchor="t" anchorCtr="0" compatLnSpc="1">
            <a:prstTxWarp prst="textNoShape">
              <a:avLst/>
            </a:prstTxWarp>
          </a:bodyPr>
          <a:lstStyle>
            <a:lvl1pPr defTabSz="881063">
              <a:spcBef>
                <a:spcPct val="0"/>
              </a:spcBef>
              <a:buClrTx/>
              <a:buFontTx/>
              <a:buNone/>
              <a:defRPr sz="1200">
                <a:solidFill>
                  <a:schemeClr val="tx1"/>
                </a:solidFill>
                <a:latin typeface="Times" charset="0"/>
                <a:ea typeface="ＭＳ Ｐゴシック" charset="-128"/>
                <a:cs typeface="+mn-cs"/>
              </a:defRPr>
            </a:lvl1pPr>
          </a:lstStyle>
          <a:p>
            <a:pPr>
              <a:defRPr/>
            </a:pPr>
            <a:endParaRPr lang="en-US"/>
          </a:p>
        </p:txBody>
      </p:sp>
      <p:sp>
        <p:nvSpPr>
          <p:cNvPr id="40963" name="Rectangle 3"/>
          <p:cNvSpPr>
            <a:spLocks noGrp="1" noChangeArrowheads="1"/>
          </p:cNvSpPr>
          <p:nvPr>
            <p:ph type="dt" idx="1"/>
          </p:nvPr>
        </p:nvSpPr>
        <p:spPr bwMode="auto">
          <a:xfrm>
            <a:off x="3884613" y="0"/>
            <a:ext cx="2971800" cy="463550"/>
          </a:xfrm>
          <a:prstGeom prst="rect">
            <a:avLst/>
          </a:prstGeom>
          <a:noFill/>
          <a:ln w="9525">
            <a:noFill/>
            <a:miter lim="800000"/>
            <a:headEnd/>
            <a:tailEnd/>
          </a:ln>
          <a:effectLst/>
        </p:spPr>
        <p:txBody>
          <a:bodyPr vert="horz" wrap="square" lIns="88139" tIns="44070" rIns="88139" bIns="44070" numCol="1" anchor="t" anchorCtr="0" compatLnSpc="1">
            <a:prstTxWarp prst="textNoShape">
              <a:avLst/>
            </a:prstTxWarp>
          </a:bodyPr>
          <a:lstStyle>
            <a:lvl1pPr algn="r" defTabSz="881063">
              <a:spcBef>
                <a:spcPct val="0"/>
              </a:spcBef>
              <a:buClrTx/>
              <a:buFontTx/>
              <a:buNone/>
              <a:defRPr sz="1200">
                <a:solidFill>
                  <a:schemeClr val="tx1"/>
                </a:solidFill>
                <a:latin typeface="Times" charset="0"/>
                <a:ea typeface="ＭＳ Ｐゴシック" charset="-128"/>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30200" y="698500"/>
            <a:ext cx="6197600" cy="348615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5" name="Rectangle 5"/>
          <p:cNvSpPr>
            <a:spLocks noGrp="1" noChangeArrowheads="1"/>
          </p:cNvSpPr>
          <p:nvPr>
            <p:ph type="body" sz="quarter" idx="3"/>
          </p:nvPr>
        </p:nvSpPr>
        <p:spPr bwMode="auto">
          <a:xfrm>
            <a:off x="685800" y="4416425"/>
            <a:ext cx="5486400" cy="4181475"/>
          </a:xfrm>
          <a:prstGeom prst="rect">
            <a:avLst/>
          </a:prstGeom>
          <a:noFill/>
          <a:ln w="9525">
            <a:noFill/>
            <a:miter lim="800000"/>
            <a:headEnd/>
            <a:tailEnd/>
          </a:ln>
          <a:effectLst/>
        </p:spPr>
        <p:txBody>
          <a:bodyPr vert="horz" wrap="square" lIns="88139" tIns="44070" rIns="88139" bIns="4407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966" name="Rectangle 6"/>
          <p:cNvSpPr>
            <a:spLocks noGrp="1" noChangeArrowheads="1"/>
          </p:cNvSpPr>
          <p:nvPr>
            <p:ph type="ftr" sz="quarter" idx="4"/>
          </p:nvPr>
        </p:nvSpPr>
        <p:spPr bwMode="auto">
          <a:xfrm>
            <a:off x="0" y="8831263"/>
            <a:ext cx="2971800" cy="463550"/>
          </a:xfrm>
          <a:prstGeom prst="rect">
            <a:avLst/>
          </a:prstGeom>
          <a:noFill/>
          <a:ln w="9525">
            <a:noFill/>
            <a:miter lim="800000"/>
            <a:headEnd/>
            <a:tailEnd/>
          </a:ln>
          <a:effectLst/>
        </p:spPr>
        <p:txBody>
          <a:bodyPr vert="horz" wrap="square" lIns="88139" tIns="44070" rIns="88139" bIns="44070" numCol="1" anchor="b" anchorCtr="0" compatLnSpc="1">
            <a:prstTxWarp prst="textNoShape">
              <a:avLst/>
            </a:prstTxWarp>
          </a:bodyPr>
          <a:lstStyle>
            <a:lvl1pPr defTabSz="881063">
              <a:spcBef>
                <a:spcPct val="0"/>
              </a:spcBef>
              <a:buClrTx/>
              <a:buFontTx/>
              <a:buNone/>
              <a:defRPr sz="1200">
                <a:solidFill>
                  <a:schemeClr val="tx1"/>
                </a:solidFill>
                <a:latin typeface="Times" charset="0"/>
                <a:ea typeface="ＭＳ Ｐゴシック" charset="-128"/>
                <a:cs typeface="+mn-cs"/>
              </a:defRPr>
            </a:lvl1pPr>
          </a:lstStyle>
          <a:p>
            <a:pPr>
              <a:defRPr/>
            </a:pPr>
            <a:endParaRPr lang="en-US"/>
          </a:p>
        </p:txBody>
      </p:sp>
      <p:sp>
        <p:nvSpPr>
          <p:cNvPr id="40967" name="Rectangle 7"/>
          <p:cNvSpPr>
            <a:spLocks noGrp="1" noChangeArrowheads="1"/>
          </p:cNvSpPr>
          <p:nvPr>
            <p:ph type="sldNum" sz="quarter" idx="5"/>
          </p:nvPr>
        </p:nvSpPr>
        <p:spPr bwMode="auto">
          <a:xfrm>
            <a:off x="3884613" y="8831263"/>
            <a:ext cx="2971800" cy="463550"/>
          </a:xfrm>
          <a:prstGeom prst="rect">
            <a:avLst/>
          </a:prstGeom>
          <a:noFill/>
          <a:ln w="9525">
            <a:noFill/>
            <a:miter lim="800000"/>
            <a:headEnd/>
            <a:tailEnd/>
          </a:ln>
          <a:effectLst/>
        </p:spPr>
        <p:txBody>
          <a:bodyPr vert="horz" wrap="square" lIns="88139" tIns="44070" rIns="88139" bIns="44070" numCol="1" anchor="b" anchorCtr="0" compatLnSpc="1">
            <a:prstTxWarp prst="textNoShape">
              <a:avLst/>
            </a:prstTxWarp>
          </a:bodyPr>
          <a:lstStyle>
            <a:lvl1pPr algn="r" defTabSz="881063">
              <a:spcBef>
                <a:spcPct val="0"/>
              </a:spcBef>
              <a:buClrTx/>
              <a:buFontTx/>
              <a:buNone/>
              <a:defRPr sz="1200" smtClean="0">
                <a:solidFill>
                  <a:schemeClr val="tx1"/>
                </a:solidFill>
                <a:latin typeface="Times" charset="0"/>
              </a:defRPr>
            </a:lvl1pPr>
          </a:lstStyle>
          <a:p>
            <a:pPr>
              <a:defRPr/>
            </a:pPr>
            <a:fld id="{8C811317-58E1-B645-A73C-AACD9A307A2A}" type="slidenum">
              <a:rPr lang="en-US"/>
              <a:pPr>
                <a:defRPr/>
              </a:pPr>
              <a:t>‹#›</a:t>
            </a:fld>
            <a:endParaRPr lang="en-US"/>
          </a:p>
        </p:txBody>
      </p:sp>
    </p:spTree>
    <p:extLst>
      <p:ext uri="{BB962C8B-B14F-4D97-AF65-F5344CB8AC3E}">
        <p14:creationId xmlns:p14="http://schemas.microsoft.com/office/powerpoint/2010/main" val="84373979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pitchFamily="-111"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Times" pitchFamily="-111"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Times" pitchFamily="-111"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Times" pitchFamily="-111"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Times" pitchFamily="-111" charset="0"/>
        <a:ea typeface="MS PGothic"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Tree>
    <p:extLst>
      <p:ext uri="{BB962C8B-B14F-4D97-AF65-F5344CB8AC3E}">
        <p14:creationId xmlns:p14="http://schemas.microsoft.com/office/powerpoint/2010/main" val="2082363338"/>
      </p:ext>
    </p:extLst>
  </p:cSld>
  <p:clrMapOvr>
    <a:masterClrMapping/>
  </p:clrMapOvr>
  <p:transition>
    <p:zoom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9409005"/>
      </p:ext>
    </p:extLst>
  </p:cSld>
  <p:clrMapOvr>
    <a:masterClrMapping/>
  </p:clrMapOvr>
  <p:transition>
    <p:zoom dir="in"/>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3032712561"/>
      </p:ext>
    </p:extLst>
  </p:cSld>
  <p:clrMapOvr>
    <a:masterClrMapping/>
  </p:clrMapOvr>
  <p:transition>
    <p:zoom dir="in"/>
  </p:transition>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2276" y="857250"/>
            <a:ext cx="4073525"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1" y="857250"/>
            <a:ext cx="4073525"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6015135"/>
      </p:ext>
    </p:extLst>
  </p:cSld>
  <p:clrMapOvr>
    <a:masterClrMapping/>
  </p:clrMapOvr>
  <p:transition>
    <p:zoom dir="in"/>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8115077"/>
      </p:ext>
    </p:extLst>
  </p:cSld>
  <p:clrMapOvr>
    <a:masterClrMapping/>
  </p:clrMapOvr>
  <p:transition>
    <p:zoom dir="in"/>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10416179"/>
      </p:ext>
    </p:extLst>
  </p:cSld>
  <p:clrMapOvr>
    <a:masterClrMapping/>
  </p:clrMapOvr>
  <p:transition>
    <p:zoom dir="in"/>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99812"/>
      </p:ext>
    </p:extLst>
  </p:cSld>
  <p:clrMapOvr>
    <a:masterClrMapping/>
  </p:clrMapOvr>
  <p:transition>
    <p:zoom dir="in"/>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184112625"/>
      </p:ext>
    </p:extLst>
  </p:cSld>
  <p:clrMapOvr>
    <a:masterClrMapping/>
  </p:clrMapOvr>
  <p:transition>
    <p:zoom dir="in"/>
  </p:transition>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75201660"/>
      </p:ext>
    </p:extLst>
  </p:cSld>
  <p:clrMapOvr>
    <a:masterClrMapping/>
  </p:clrMapOvr>
  <p:transition>
    <p:zoom dir="in"/>
  </p:transition>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8552850"/>
      </p:ext>
    </p:extLst>
  </p:cSld>
  <p:clrMapOvr>
    <a:masterClrMapping/>
  </p:clrMapOvr>
  <p:transition>
    <p:zoom dir="in"/>
  </p:transition>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6863" y="171450"/>
            <a:ext cx="2074862"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22275" y="171450"/>
            <a:ext cx="6072188"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0720833"/>
      </p:ext>
    </p:extLst>
  </p:cSld>
  <p:clrMapOvr>
    <a:masterClrMapping/>
  </p:clrMapOvr>
  <p:transition>
    <p:zoom dir="in"/>
  </p:transition>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22276" y="171450"/>
            <a:ext cx="8270875" cy="514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1027" name="Rectangle 4"/>
          <p:cNvSpPr>
            <a:spLocks noChangeArrowheads="1"/>
          </p:cNvSpPr>
          <p:nvPr/>
        </p:nvSpPr>
        <p:spPr bwMode="auto">
          <a:xfrm>
            <a:off x="7173913" y="4593431"/>
            <a:ext cx="1592262" cy="3583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sz="1800"/>
          </a:p>
        </p:txBody>
      </p:sp>
      <p:sp>
        <p:nvSpPr>
          <p:cNvPr id="1028" name="Rectangle 5"/>
          <p:cNvSpPr>
            <a:spLocks noGrp="1" noChangeArrowheads="1"/>
          </p:cNvSpPr>
          <p:nvPr>
            <p:ph type="body" idx="1"/>
          </p:nvPr>
        </p:nvSpPr>
        <p:spPr bwMode="auto">
          <a:xfrm>
            <a:off x="422275" y="857250"/>
            <a:ext cx="8299450" cy="3886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200" name="Line 8"/>
          <p:cNvSpPr>
            <a:spLocks noChangeShapeType="1"/>
          </p:cNvSpPr>
          <p:nvPr/>
        </p:nvSpPr>
        <p:spPr bwMode="auto">
          <a:xfrm>
            <a:off x="422275" y="685800"/>
            <a:ext cx="8299450" cy="0"/>
          </a:xfrm>
          <a:prstGeom prst="line">
            <a:avLst/>
          </a:prstGeom>
          <a:noFill/>
          <a:ln w="9525">
            <a:solidFill>
              <a:schemeClr val="hlink"/>
            </a:solidFill>
            <a:round/>
            <a:headEnd/>
            <a:tailEnd/>
          </a:ln>
          <a:effectLst>
            <a:prstShdw prst="shdw17" dist="17961" dir="2700000">
              <a:schemeClr val="hlink">
                <a:gamma/>
                <a:shade val="60000"/>
                <a:invGamma/>
                <a:alpha val="74998"/>
              </a:schemeClr>
            </a:prstShdw>
          </a:effectLst>
        </p:spPr>
        <p:txBody>
          <a:bodyPr/>
          <a:lstStyle/>
          <a:p>
            <a:pPr fontAlgn="auto">
              <a:spcAft>
                <a:spcPts val="0"/>
              </a:spcAft>
              <a:defRPr/>
            </a:pPr>
            <a:endParaRPr lang="en-US" sz="1800">
              <a:latin typeface="Tahoma" pitchFamily="-111" charset="0"/>
              <a:ea typeface="+mn-ea"/>
              <a:cs typeface="+mn-cs"/>
            </a:endParaRPr>
          </a:p>
        </p:txBody>
      </p:sp>
      <p:sp>
        <p:nvSpPr>
          <p:cNvPr id="8201" name="Line 9"/>
          <p:cNvSpPr>
            <a:spLocks noChangeShapeType="1"/>
          </p:cNvSpPr>
          <p:nvPr/>
        </p:nvSpPr>
        <p:spPr bwMode="auto">
          <a:xfrm>
            <a:off x="422275" y="685800"/>
            <a:ext cx="8299450" cy="0"/>
          </a:xfrm>
          <a:prstGeom prst="line">
            <a:avLst/>
          </a:prstGeom>
          <a:noFill/>
          <a:ln w="9525">
            <a:solidFill>
              <a:schemeClr val="hlink"/>
            </a:solidFill>
            <a:round/>
            <a:headEnd/>
            <a:tailEnd/>
          </a:ln>
          <a:effectLst>
            <a:prstShdw prst="shdw17" dist="17961" dir="2700000">
              <a:schemeClr val="hlink">
                <a:gamma/>
                <a:shade val="60000"/>
                <a:invGamma/>
                <a:alpha val="74998"/>
              </a:schemeClr>
            </a:prstShdw>
          </a:effectLst>
        </p:spPr>
        <p:txBody>
          <a:bodyPr/>
          <a:lstStyle/>
          <a:p>
            <a:pPr fontAlgn="auto">
              <a:spcAft>
                <a:spcPts val="0"/>
              </a:spcAft>
              <a:defRPr/>
            </a:pPr>
            <a:endParaRPr lang="en-US" sz="1800">
              <a:latin typeface="Tahoma" pitchFamily="-111" charset="0"/>
              <a:ea typeface="+mn-ea"/>
              <a:cs typeface="+mn-cs"/>
            </a:endParaRPr>
          </a:p>
        </p:txBody>
      </p:sp>
      <p:pic>
        <p:nvPicPr>
          <p:cNvPr id="2" name="Picture 1">
            <a:extLst>
              <a:ext uri="{FF2B5EF4-FFF2-40B4-BE49-F238E27FC236}">
                <a16:creationId xmlns:a16="http://schemas.microsoft.com/office/drawing/2014/main" id="{506E0C8B-3945-5A19-A304-7E5B880DC7C4}"/>
              </a:ext>
            </a:extLst>
          </p:cNvPr>
          <p:cNvPicPr>
            <a:picLocks noChangeAspect="1"/>
          </p:cNvPicPr>
          <p:nvPr userDrawn="1"/>
        </p:nvPicPr>
        <p:blipFill>
          <a:blip r:embed="rId13"/>
          <a:stretch>
            <a:fillRect/>
          </a:stretch>
        </p:blipFill>
        <p:spPr>
          <a:xfrm>
            <a:off x="7023798" y="4583841"/>
            <a:ext cx="1959428" cy="471487"/>
          </a:xfrm>
          <a:prstGeom prst="rect">
            <a:avLst/>
          </a:prstGeom>
        </p:spPr>
      </p:pic>
    </p:spTree>
  </p:cSld>
  <p:clrMap bg1="lt1" tx1="dk1" bg2="lt2" tx2="dk2" accent1="accent1" accent2="accent2" accent3="accent3" accent4="accent4" accent5="accent5" accent6="accent6" hlink="hlink" folHlink="folHlink"/>
  <p:sldLayoutIdLst>
    <p:sldLayoutId id="2147484128" r:id="rId1"/>
    <p:sldLayoutId id="2147484129" r:id="rId2"/>
    <p:sldLayoutId id="2147484130" r:id="rId3"/>
    <p:sldLayoutId id="2147484131" r:id="rId4"/>
    <p:sldLayoutId id="2147484132" r:id="rId5"/>
    <p:sldLayoutId id="2147484133" r:id="rId6"/>
    <p:sldLayoutId id="2147484134" r:id="rId7"/>
    <p:sldLayoutId id="2147484135" r:id="rId8"/>
    <p:sldLayoutId id="2147484136" r:id="rId9"/>
    <p:sldLayoutId id="2147484137" r:id="rId10"/>
    <p:sldLayoutId id="2147484138" r:id="rId11"/>
  </p:sldLayoutIdLst>
  <p:transition>
    <p:zoom dir="in"/>
  </p:transition>
  <p:hf sldNum="0" hdr="0" dt="0"/>
  <p:txStyles>
    <p:titleStyle>
      <a:lvl1pPr algn="ctr" defTabSz="571500" rtl="0" eaLnBrk="1" fontAlgn="base" hangingPunct="1">
        <a:lnSpc>
          <a:spcPct val="90000"/>
        </a:lnSpc>
        <a:spcBef>
          <a:spcPct val="0"/>
        </a:spcBef>
        <a:spcAft>
          <a:spcPct val="0"/>
        </a:spcAft>
        <a:defRPr sz="2700" b="1">
          <a:solidFill>
            <a:schemeClr val="tx1"/>
          </a:solidFill>
          <a:latin typeface="+mj-lt"/>
          <a:ea typeface="MS PGothic" pitchFamily="34" charset="-128"/>
          <a:cs typeface="MS PGothic" charset="0"/>
        </a:defRPr>
      </a:lvl1pPr>
      <a:lvl2pPr algn="ctr" defTabSz="571500" rtl="0" eaLnBrk="1" fontAlgn="base" hangingPunct="1">
        <a:lnSpc>
          <a:spcPct val="90000"/>
        </a:lnSpc>
        <a:spcBef>
          <a:spcPct val="0"/>
        </a:spcBef>
        <a:spcAft>
          <a:spcPct val="0"/>
        </a:spcAft>
        <a:defRPr sz="2700" b="1">
          <a:solidFill>
            <a:schemeClr val="tx1"/>
          </a:solidFill>
          <a:latin typeface="Tahoma" pitchFamily="-111" charset="0"/>
          <a:ea typeface="MS PGothic" pitchFamily="34" charset="-128"/>
          <a:cs typeface="MS PGothic" charset="0"/>
        </a:defRPr>
      </a:lvl2pPr>
      <a:lvl3pPr algn="ctr" defTabSz="571500" rtl="0" eaLnBrk="1" fontAlgn="base" hangingPunct="1">
        <a:lnSpc>
          <a:spcPct val="90000"/>
        </a:lnSpc>
        <a:spcBef>
          <a:spcPct val="0"/>
        </a:spcBef>
        <a:spcAft>
          <a:spcPct val="0"/>
        </a:spcAft>
        <a:defRPr sz="2700" b="1">
          <a:solidFill>
            <a:schemeClr val="tx1"/>
          </a:solidFill>
          <a:latin typeface="Tahoma" pitchFamily="-111" charset="0"/>
          <a:ea typeface="MS PGothic" pitchFamily="34" charset="-128"/>
          <a:cs typeface="MS PGothic" charset="0"/>
        </a:defRPr>
      </a:lvl3pPr>
      <a:lvl4pPr algn="ctr" defTabSz="571500" rtl="0" eaLnBrk="1" fontAlgn="base" hangingPunct="1">
        <a:lnSpc>
          <a:spcPct val="90000"/>
        </a:lnSpc>
        <a:spcBef>
          <a:spcPct val="0"/>
        </a:spcBef>
        <a:spcAft>
          <a:spcPct val="0"/>
        </a:spcAft>
        <a:defRPr sz="2700" b="1">
          <a:solidFill>
            <a:schemeClr val="tx1"/>
          </a:solidFill>
          <a:latin typeface="Tahoma" pitchFamily="-111" charset="0"/>
          <a:ea typeface="MS PGothic" pitchFamily="34" charset="-128"/>
          <a:cs typeface="MS PGothic" charset="0"/>
        </a:defRPr>
      </a:lvl4pPr>
      <a:lvl5pPr algn="ctr" defTabSz="571500" rtl="0" eaLnBrk="1" fontAlgn="base" hangingPunct="1">
        <a:lnSpc>
          <a:spcPct val="90000"/>
        </a:lnSpc>
        <a:spcBef>
          <a:spcPct val="0"/>
        </a:spcBef>
        <a:spcAft>
          <a:spcPct val="0"/>
        </a:spcAft>
        <a:defRPr sz="2700" b="1">
          <a:solidFill>
            <a:schemeClr val="tx1"/>
          </a:solidFill>
          <a:latin typeface="Tahoma" pitchFamily="-111" charset="0"/>
          <a:ea typeface="MS PGothic" pitchFamily="34" charset="-128"/>
          <a:cs typeface="MS PGothic" charset="0"/>
        </a:defRPr>
      </a:lvl5pPr>
      <a:lvl6pPr marL="342900" algn="ctr" defTabSz="571500" rtl="0" eaLnBrk="1" fontAlgn="base" hangingPunct="1">
        <a:lnSpc>
          <a:spcPct val="90000"/>
        </a:lnSpc>
        <a:spcBef>
          <a:spcPct val="0"/>
        </a:spcBef>
        <a:spcAft>
          <a:spcPct val="0"/>
        </a:spcAft>
        <a:defRPr sz="2700" b="1">
          <a:solidFill>
            <a:schemeClr val="tx1"/>
          </a:solidFill>
          <a:latin typeface="Tahoma" pitchFamily="-111" charset="0"/>
        </a:defRPr>
      </a:lvl6pPr>
      <a:lvl7pPr marL="685800" algn="ctr" defTabSz="571500" rtl="0" eaLnBrk="1" fontAlgn="base" hangingPunct="1">
        <a:lnSpc>
          <a:spcPct val="90000"/>
        </a:lnSpc>
        <a:spcBef>
          <a:spcPct val="0"/>
        </a:spcBef>
        <a:spcAft>
          <a:spcPct val="0"/>
        </a:spcAft>
        <a:defRPr sz="2700" b="1">
          <a:solidFill>
            <a:schemeClr val="tx1"/>
          </a:solidFill>
          <a:latin typeface="Tahoma" pitchFamily="-111" charset="0"/>
        </a:defRPr>
      </a:lvl7pPr>
      <a:lvl8pPr marL="1028700" algn="ctr" defTabSz="571500" rtl="0" eaLnBrk="1" fontAlgn="base" hangingPunct="1">
        <a:lnSpc>
          <a:spcPct val="90000"/>
        </a:lnSpc>
        <a:spcBef>
          <a:spcPct val="0"/>
        </a:spcBef>
        <a:spcAft>
          <a:spcPct val="0"/>
        </a:spcAft>
        <a:defRPr sz="2700" b="1">
          <a:solidFill>
            <a:schemeClr val="tx1"/>
          </a:solidFill>
          <a:latin typeface="Tahoma" pitchFamily="-111" charset="0"/>
        </a:defRPr>
      </a:lvl8pPr>
      <a:lvl9pPr marL="1371600" algn="ctr" defTabSz="571500" rtl="0" eaLnBrk="1" fontAlgn="base" hangingPunct="1">
        <a:lnSpc>
          <a:spcPct val="90000"/>
        </a:lnSpc>
        <a:spcBef>
          <a:spcPct val="0"/>
        </a:spcBef>
        <a:spcAft>
          <a:spcPct val="0"/>
        </a:spcAft>
        <a:defRPr sz="2700" b="1">
          <a:solidFill>
            <a:schemeClr val="tx1"/>
          </a:solidFill>
          <a:latin typeface="Tahoma" pitchFamily="-111" charset="0"/>
        </a:defRPr>
      </a:lvl9pPr>
    </p:titleStyle>
    <p:bodyStyle>
      <a:lvl1pPr marL="210741" indent="-210741" algn="l" defTabSz="571500" rtl="0" eaLnBrk="1" fontAlgn="base" hangingPunct="1">
        <a:spcBef>
          <a:spcPct val="25000"/>
        </a:spcBef>
        <a:spcAft>
          <a:spcPct val="0"/>
        </a:spcAft>
        <a:buClr>
          <a:srgbClr val="000066"/>
        </a:buClr>
        <a:buChar char="•"/>
        <a:defRPr sz="2100">
          <a:solidFill>
            <a:srgbClr val="000066"/>
          </a:solidFill>
          <a:latin typeface="+mn-lt"/>
          <a:ea typeface="MS PGothic" pitchFamily="34" charset="-128"/>
          <a:cs typeface="MS PGothic" charset="0"/>
        </a:defRPr>
      </a:lvl1pPr>
      <a:lvl2pPr marL="500063" indent="-146447" algn="l" defTabSz="571500" rtl="0" eaLnBrk="1" fontAlgn="base" hangingPunct="1">
        <a:spcBef>
          <a:spcPct val="25000"/>
        </a:spcBef>
        <a:spcAft>
          <a:spcPct val="0"/>
        </a:spcAft>
        <a:buClr>
          <a:srgbClr val="660033"/>
        </a:buClr>
        <a:buSzPct val="75000"/>
        <a:buChar char="•"/>
        <a:defRPr sz="1800">
          <a:solidFill>
            <a:srgbClr val="660033"/>
          </a:solidFill>
          <a:latin typeface="+mn-lt"/>
          <a:ea typeface="MS PGothic" pitchFamily="34" charset="-128"/>
          <a:cs typeface="MS PGothic" charset="0"/>
        </a:defRPr>
      </a:lvl2pPr>
      <a:lvl3pPr marL="860822" indent="-146447" algn="l" defTabSz="571500" rtl="0" eaLnBrk="1" fontAlgn="base" hangingPunct="1">
        <a:spcBef>
          <a:spcPct val="25000"/>
        </a:spcBef>
        <a:spcAft>
          <a:spcPct val="0"/>
        </a:spcAft>
        <a:buClr>
          <a:srgbClr val="003300"/>
        </a:buClr>
        <a:buSzPct val="75000"/>
        <a:buChar char="•"/>
        <a:defRPr sz="1500">
          <a:solidFill>
            <a:srgbClr val="003300"/>
          </a:solidFill>
          <a:latin typeface="+mn-lt"/>
          <a:ea typeface="MS PGothic" pitchFamily="34" charset="-128"/>
          <a:cs typeface="MS PGothic" charset="0"/>
        </a:defRPr>
      </a:lvl3pPr>
      <a:lvl4pPr marL="1353741" indent="-208360" algn="l" defTabSz="571500" rtl="0" eaLnBrk="1" fontAlgn="base" hangingPunct="1">
        <a:spcBef>
          <a:spcPct val="20000"/>
        </a:spcBef>
        <a:spcAft>
          <a:spcPct val="0"/>
        </a:spcAft>
        <a:buChar char="–"/>
        <a:defRPr>
          <a:solidFill>
            <a:srgbClr val="0066FF"/>
          </a:solidFill>
          <a:latin typeface="Rotis Sans Serif for Nokia" charset="0"/>
          <a:ea typeface="MS PGothic" pitchFamily="34" charset="-128"/>
          <a:cs typeface="MS PGothic" charset="0"/>
        </a:defRPr>
      </a:lvl4pPr>
      <a:lvl5pPr marL="1714500" indent="-210741" algn="l" defTabSz="571500" rtl="0" eaLnBrk="1" fontAlgn="base" hangingPunct="1">
        <a:spcBef>
          <a:spcPct val="20000"/>
        </a:spcBef>
        <a:spcAft>
          <a:spcPct val="0"/>
        </a:spcAft>
        <a:buChar char="»"/>
        <a:defRPr sz="1200">
          <a:solidFill>
            <a:srgbClr val="FF33CC"/>
          </a:solidFill>
          <a:latin typeface="Rotis Sans Serif for Nokia" charset="0"/>
          <a:ea typeface="MS PGothic" pitchFamily="34" charset="-128"/>
          <a:cs typeface="MS PGothic" charset="0"/>
        </a:defRPr>
      </a:lvl5pPr>
      <a:lvl6pPr marL="2057400" indent="-210741" algn="l" defTabSz="571500" rtl="0" eaLnBrk="1" fontAlgn="base" hangingPunct="1">
        <a:spcBef>
          <a:spcPct val="20000"/>
        </a:spcBef>
        <a:spcAft>
          <a:spcPct val="0"/>
        </a:spcAft>
        <a:buChar char="»"/>
        <a:defRPr sz="1200">
          <a:solidFill>
            <a:srgbClr val="FF33CC"/>
          </a:solidFill>
          <a:latin typeface="Rotis Sans Serif for Nokia" charset="0"/>
          <a:ea typeface="ＭＳ Ｐゴシック" pitchFamily="-111" charset="-128"/>
        </a:defRPr>
      </a:lvl6pPr>
      <a:lvl7pPr marL="2400300" indent="-210741" algn="l" defTabSz="571500" rtl="0" eaLnBrk="1" fontAlgn="base" hangingPunct="1">
        <a:spcBef>
          <a:spcPct val="20000"/>
        </a:spcBef>
        <a:spcAft>
          <a:spcPct val="0"/>
        </a:spcAft>
        <a:buChar char="»"/>
        <a:defRPr sz="1200">
          <a:solidFill>
            <a:srgbClr val="FF33CC"/>
          </a:solidFill>
          <a:latin typeface="Rotis Sans Serif for Nokia" charset="0"/>
          <a:ea typeface="ＭＳ Ｐゴシック" pitchFamily="-111" charset="-128"/>
        </a:defRPr>
      </a:lvl7pPr>
      <a:lvl8pPr marL="2743200" indent="-210741" algn="l" defTabSz="571500" rtl="0" eaLnBrk="1" fontAlgn="base" hangingPunct="1">
        <a:spcBef>
          <a:spcPct val="20000"/>
        </a:spcBef>
        <a:spcAft>
          <a:spcPct val="0"/>
        </a:spcAft>
        <a:buChar char="»"/>
        <a:defRPr sz="1200">
          <a:solidFill>
            <a:srgbClr val="FF33CC"/>
          </a:solidFill>
          <a:latin typeface="Rotis Sans Serif for Nokia" charset="0"/>
          <a:ea typeface="ＭＳ Ｐゴシック" pitchFamily="-111" charset="-128"/>
        </a:defRPr>
      </a:lvl8pPr>
      <a:lvl9pPr marL="3086100" indent="-210741" algn="l" defTabSz="571500" rtl="0" eaLnBrk="1" fontAlgn="base" hangingPunct="1">
        <a:spcBef>
          <a:spcPct val="20000"/>
        </a:spcBef>
        <a:spcAft>
          <a:spcPct val="0"/>
        </a:spcAft>
        <a:buChar char="»"/>
        <a:defRPr sz="1200">
          <a:solidFill>
            <a:srgbClr val="FF33CC"/>
          </a:solidFill>
          <a:latin typeface="Rotis Sans Serif for Nokia" charset="0"/>
          <a:ea typeface="ＭＳ Ｐゴシック" pitchFamily="-111"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openmobilealliance.org/AboutOMA/Antitrust.aspx"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wiki.onem2m.org/index.php?title=Open_Source" TargetMode="External"/><Relationship Id="rId3" Type="http://schemas.openxmlformats.org/officeDocument/2006/relationships/hyperlink" Target="https://git.onem2m.org/PRO/XSD/-/tree/master/v3_29_0" TargetMode="External"/><Relationship Id="rId7" Type="http://schemas.openxmlformats.org/officeDocument/2006/relationships/hyperlink" Target="https://wiki.onem2m.org/index.php?title=Developer_Guides" TargetMode="External"/><Relationship Id="rId12" Type="http://schemas.openxmlformats.org/officeDocument/2006/relationships/hyperlink" Target="https://www.onem2m.org/resources/white-papers" TargetMode="External"/><Relationship Id="rId2" Type="http://schemas.openxmlformats.org/officeDocument/2006/relationships/hyperlink" Target="https://https/www.onem2m.org/" TargetMode="External"/><Relationship Id="rId1" Type="http://schemas.openxmlformats.org/officeDocument/2006/relationships/slideLayout" Target="../slideLayouts/slideLayout2.xml"/><Relationship Id="rId6" Type="http://schemas.openxmlformats.org/officeDocument/2006/relationships/hyperlink" Target="https://wiki.onem2m.org/index.php?title=Tools" TargetMode="External"/><Relationship Id="rId11" Type="http://schemas.openxmlformats.org/officeDocument/2006/relationships/hyperlink" Target="https://www.hackster.io/onem2m" TargetMode="External"/><Relationship Id="rId5" Type="http://schemas.openxmlformats.org/officeDocument/2006/relationships/hyperlink" Target="https://github.com/oneM2M-Tutorials" TargetMode="External"/><Relationship Id="rId10" Type="http://schemas.openxmlformats.org/officeDocument/2006/relationships/hyperlink" Target="https://stackoverflow.com/questions/tagged/onem2m" TargetMode="External"/><Relationship Id="rId4" Type="http://schemas.openxmlformats.org/officeDocument/2006/relationships/hyperlink" Target="https://www.onem2m.org/using-onem2m/developers" TargetMode="External"/><Relationship Id="rId9" Type="http://schemas.openxmlformats.org/officeDocument/2006/relationships/hyperlink" Target="https://git.onem2m.org/explore/project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C26-6844-2242-9608-2C00D3E966C8}"/>
              </a:ext>
            </a:extLst>
          </p:cNvPr>
          <p:cNvSpPr>
            <a:spLocks noGrp="1"/>
          </p:cNvSpPr>
          <p:nvPr>
            <p:ph type="ctrTitle"/>
          </p:nvPr>
        </p:nvSpPr>
        <p:spPr/>
        <p:txBody>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OMA DMSO Working Group </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Northbound API Workshop</a:t>
            </a:r>
            <a:br>
              <a:rPr lang="en-US" dirty="0">
                <a:latin typeface="Calibri Light" panose="020F0302020204030204" pitchFamily="34" charset="0"/>
                <a:ea typeface="Calibri Light" panose="020F0302020204030204" pitchFamily="34" charset="0"/>
                <a:cs typeface="Calibri Light" panose="020F0302020204030204" pitchFamily="34" charset="0"/>
              </a:rPr>
            </a:b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sz="2000" dirty="0">
                <a:latin typeface="Calibri Light" panose="020F0302020204030204" pitchFamily="34" charset="0"/>
                <a:ea typeface="Calibri Light" panose="020F0302020204030204" pitchFamily="34" charset="0"/>
                <a:cs typeface="Calibri Light" panose="020F0302020204030204" pitchFamily="34" charset="0"/>
              </a:rPr>
              <a:t>25-September-23</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Subtitle 2">
            <a:extLst>
              <a:ext uri="{FF2B5EF4-FFF2-40B4-BE49-F238E27FC236}">
                <a16:creationId xmlns:a16="http://schemas.microsoft.com/office/drawing/2014/main" id="{24B50A4F-AA75-3A42-8BE4-40726FC8774B}"/>
              </a:ext>
            </a:extLst>
          </p:cNvPr>
          <p:cNvSpPr>
            <a:spLocks noGrp="1"/>
          </p:cNvSpPr>
          <p:nvPr>
            <p:ph type="subTitle" idx="1"/>
          </p:nvPr>
        </p:nvSpPr>
        <p:spPr>
          <a:xfrm>
            <a:off x="1389888" y="3229323"/>
            <a:ext cx="6400800" cy="1314450"/>
          </a:xfrm>
        </p:spPr>
        <p:txBody>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Chairs Matthew </a:t>
            </a:r>
            <a:r>
              <a:rPr lang="fr-FR" dirty="0" err="1">
                <a:latin typeface="Calibri Light" panose="020F0302020204030204" pitchFamily="34" charset="0"/>
                <a:ea typeface="Calibri Light" panose="020F0302020204030204" pitchFamily="34" charset="0"/>
                <a:cs typeface="Calibri Light" panose="020F0302020204030204" pitchFamily="34" charset="0"/>
              </a:rPr>
              <a:t>Gillmore</a:t>
            </a:r>
            <a:r>
              <a:rPr lang="fr-FR" dirty="0">
                <a:latin typeface="Calibri Light" panose="020F0302020204030204" pitchFamily="34" charset="0"/>
                <a:ea typeface="Calibri Light" panose="020F0302020204030204" pitchFamily="34" charset="0"/>
                <a:cs typeface="Calibri Light" panose="020F0302020204030204" pitchFamily="34" charset="0"/>
              </a:rPr>
              <a:t> / Jaime Jimenez</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1813827"/>
      </p:ext>
    </p:extLst>
  </p:cSld>
  <p:clrMapOvr>
    <a:masterClrMapping/>
  </p:clrMapOvr>
  <p:transition>
    <p:zoom dir="in"/>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C26-6844-2242-9608-2C00D3E966C8}"/>
              </a:ext>
            </a:extLst>
          </p:cNvPr>
          <p:cNvSpPr>
            <a:spLocks noGrp="1"/>
          </p:cNvSpPr>
          <p:nvPr>
            <p:ph type="ctrTitle"/>
          </p:nvPr>
        </p:nvSpPr>
        <p:spPr>
          <a:xfrm>
            <a:off x="803787" y="-98247"/>
            <a:ext cx="7772400" cy="1102519"/>
          </a:xfrm>
        </p:spPr>
        <p:txBody>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R</a:t>
            </a:r>
            <a:r>
              <a:rPr lang="en-US" dirty="0" err="1">
                <a:latin typeface="Calibri Light" panose="020F0302020204030204" pitchFamily="34" charset="0"/>
                <a:ea typeface="Calibri Light" panose="020F0302020204030204" pitchFamily="34" charset="0"/>
                <a:cs typeface="Calibri Light" panose="020F0302020204030204" pitchFamily="34" charset="0"/>
              </a:rPr>
              <a:t>eminders</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Subtitle 2">
            <a:extLst>
              <a:ext uri="{FF2B5EF4-FFF2-40B4-BE49-F238E27FC236}">
                <a16:creationId xmlns:a16="http://schemas.microsoft.com/office/drawing/2014/main" id="{24B50A4F-AA75-3A42-8BE4-40726FC8774B}"/>
              </a:ext>
            </a:extLst>
          </p:cNvPr>
          <p:cNvSpPr>
            <a:spLocks noGrp="1"/>
          </p:cNvSpPr>
          <p:nvPr>
            <p:ph type="subTitle" idx="1"/>
          </p:nvPr>
        </p:nvSpPr>
        <p:spPr>
          <a:xfrm>
            <a:off x="211393" y="957416"/>
            <a:ext cx="8824451" cy="1314450"/>
          </a:xfrm>
        </p:spPr>
        <p:txBody>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Intellectual Property Right</a:t>
            </a:r>
          </a:p>
          <a:p>
            <a:r>
              <a:rPr lang="en-US" sz="1600" dirty="0">
                <a:latin typeface="Calibri Light" panose="020F0302020204030204" pitchFamily="34" charset="0"/>
                <a:ea typeface="Calibri Light" panose="020F0302020204030204" pitchFamily="34" charset="0"/>
                <a:cs typeface="Calibri Light" panose="020F0302020204030204" pitchFamily="34" charset="0"/>
              </a:rPr>
              <a:t>"Each Member will use its reasonable </a:t>
            </a:r>
            <a:r>
              <a:rPr lang="en-US" sz="1600" dirty="0" err="1">
                <a:latin typeface="Calibri Light" panose="020F0302020204030204" pitchFamily="34" charset="0"/>
                <a:ea typeface="Calibri Light" panose="020F0302020204030204" pitchFamily="34" charset="0"/>
                <a:cs typeface="Calibri Light" panose="020F0302020204030204" pitchFamily="34" charset="0"/>
              </a:rPr>
              <a:t>endeavours</a:t>
            </a:r>
            <a:r>
              <a:rPr lang="en-US" sz="1600" dirty="0">
                <a:latin typeface="Calibri Light" panose="020F0302020204030204" pitchFamily="34" charset="0"/>
                <a:ea typeface="Calibri Light" panose="020F0302020204030204" pitchFamily="34" charset="0"/>
                <a:cs typeface="Calibri Light" panose="020F0302020204030204" pitchFamily="34" charset="0"/>
              </a:rPr>
              <a:t> to inform timely the Open Mobile Alliance of Essential IPR as it becomes aware that the Essential IPR is related to the prepared or published Specification. Members shall submit to the General Manager of Operations of OMA the IPR Statement and the IPR Licensing Declaration. These forms are available from OMA or online at the OMA website at www.openmobilealliance.org."</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a:p>
            <a:r>
              <a:rPr lang="en-US" dirty="0">
                <a:latin typeface="Calibri Light" panose="020F0302020204030204" pitchFamily="34" charset="0"/>
                <a:ea typeface="Calibri Light" panose="020F0302020204030204" pitchFamily="34" charset="0"/>
                <a:cs typeface="Calibri Light" panose="020F0302020204030204" pitchFamily="34" charset="0"/>
              </a:rPr>
              <a:t>OMA Antitrust Policy</a:t>
            </a:r>
          </a:p>
          <a:p>
            <a:r>
              <a:rPr lang="en-US" sz="1600" dirty="0">
                <a:latin typeface="Arial" charset="0"/>
                <a:cs typeface="Arial" charset="0"/>
              </a:rPr>
              <a:t>“</a:t>
            </a:r>
            <a:r>
              <a:rPr lang="en-US" sz="1600" dirty="0">
                <a:latin typeface="Calibri Light" panose="020F0302020204030204" pitchFamily="34" charset="0"/>
                <a:ea typeface="Calibri Light" panose="020F0302020204030204" pitchFamily="34" charset="0"/>
                <a:cs typeface="Calibri Light" panose="020F0302020204030204" pitchFamily="34" charset="0"/>
              </a:rPr>
              <a:t>This is a reminder that all </a:t>
            </a:r>
            <a:r>
              <a:rPr lang="en-US" sz="1600" dirty="0" err="1">
                <a:latin typeface="Calibri Light" panose="020F0302020204030204" pitchFamily="34" charset="0"/>
                <a:ea typeface="Calibri Light" panose="020F0302020204030204" pitchFamily="34" charset="0"/>
                <a:cs typeface="Calibri Light" panose="020F0302020204030204" pitchFamily="34" charset="0"/>
              </a:rPr>
              <a:t>OMASpecWorks</a:t>
            </a:r>
            <a:r>
              <a:rPr lang="en-US" sz="1600" dirty="0">
                <a:latin typeface="Calibri Light" panose="020F0302020204030204" pitchFamily="34" charset="0"/>
                <a:ea typeface="Calibri Light" panose="020F0302020204030204" pitchFamily="34" charset="0"/>
                <a:cs typeface="Calibri Light" panose="020F0302020204030204" pitchFamily="34" charset="0"/>
              </a:rPr>
              <a:t> activities are subject to strict compliance with the below Antitrust Guidelines.  Each individual participant and attendee at this meeting is responsible for knowing its contents, and for complying with it.  Copies of the Antitrust Guidelines are available at: </a:t>
            </a:r>
            <a:r>
              <a:rPr lang="en-US" sz="1600" dirty="0">
                <a:latin typeface="Calibri Light" panose="020F0302020204030204" pitchFamily="34" charset="0"/>
                <a:ea typeface="Calibri Light" panose="020F0302020204030204" pitchFamily="34" charset="0"/>
                <a:cs typeface="Calibri Light" panose="020F0302020204030204" pitchFamily="34" charset="0"/>
                <a:hlinkClick r:id="rId2"/>
              </a:rPr>
              <a:t>http://www.openmobilealliance.org/AboutOMA/Antitrust.aspx</a:t>
            </a:r>
            <a:endParaRPr lang="en-US" sz="1600" dirty="0">
              <a:latin typeface="Calibri Light" panose="020F0302020204030204" pitchFamily="34" charset="0"/>
              <a:ea typeface="Calibri Light" panose="020F0302020204030204" pitchFamily="34" charset="0"/>
              <a:cs typeface="Calibri Light" panose="020F0302020204030204" pitchFamily="34" charset="0"/>
            </a:endParaRPr>
          </a:p>
          <a:p>
            <a:endParaRPr lang="en-US" sz="16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138818138"/>
      </p:ext>
    </p:extLst>
  </p:cSld>
  <p:clrMapOvr>
    <a:masterClrMapping/>
  </p:clrMapOvr>
  <p:transition>
    <p:zoom dir="in"/>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3</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What is oneM2M ?</a:t>
            </a:r>
          </a:p>
        </p:txBody>
      </p:sp>
      <p:sp>
        <p:nvSpPr>
          <p:cNvPr id="7" name="Content Placeholder 2"/>
          <p:cNvSpPr>
            <a:spLocks noGrp="1"/>
          </p:cNvSpPr>
          <p:nvPr>
            <p:ph idx="1"/>
          </p:nvPr>
        </p:nvSpPr>
        <p:spPr>
          <a:xfrm>
            <a:off x="445273" y="1143000"/>
            <a:ext cx="8241527" cy="3086100"/>
          </a:xfrm>
        </p:spPr>
        <p:txBody>
          <a:bodyPr/>
          <a:lstStyle/>
          <a:p>
            <a:r>
              <a:rPr lang="en-US" sz="1500" dirty="0"/>
              <a:t>A Global Standard for a Common IoT Service Layer</a:t>
            </a:r>
          </a:p>
          <a:p>
            <a:pPr lvl="1"/>
            <a:endParaRPr lang="en-US" sz="1200" dirty="0"/>
          </a:p>
          <a:p>
            <a:r>
              <a:rPr lang="en-US" sz="1500" dirty="0"/>
              <a:t>Formed in 2012 by 8 national standards bodies</a:t>
            </a:r>
          </a:p>
          <a:p>
            <a:endParaRPr lang="en-US" sz="1500" dirty="0"/>
          </a:p>
          <a:p>
            <a:r>
              <a:rPr lang="en-US" sz="1500" dirty="0"/>
              <a:t>Defines a global standardized framework for IoT interoperability and scalability</a:t>
            </a:r>
          </a:p>
          <a:p>
            <a:endParaRPr lang="en-US" sz="1500" dirty="0"/>
          </a:p>
          <a:p>
            <a:r>
              <a:rPr lang="en-US" sz="1500" dirty="0"/>
              <a:t>Large Ecosystem:  Over 200 members including some of the largest global tech companies</a:t>
            </a:r>
          </a:p>
          <a:p>
            <a:endParaRPr lang="en-US" sz="1500" dirty="0"/>
          </a:p>
          <a:p>
            <a:r>
              <a:rPr lang="en-US" sz="1500" dirty="0"/>
              <a:t>https://onem2m.org</a:t>
            </a:r>
          </a:p>
        </p:txBody>
      </p:sp>
    </p:spTree>
    <p:extLst>
      <p:ext uri="{BB962C8B-B14F-4D97-AF65-F5344CB8AC3E}">
        <p14:creationId xmlns:p14="http://schemas.microsoft.com/office/powerpoint/2010/main" val="2772854751"/>
      </p:ext>
    </p:extLst>
  </p:cSld>
  <p:clrMapOvr>
    <a:masterClrMapping/>
  </p:clrMapOvr>
  <p:transition>
    <p:zoom dir="in"/>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4</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Why consider oneM2M ?</a:t>
            </a:r>
          </a:p>
        </p:txBody>
      </p:sp>
      <p:sp>
        <p:nvSpPr>
          <p:cNvPr id="7" name="Content Placeholder 2"/>
          <p:cNvSpPr>
            <a:spLocks noGrp="1"/>
          </p:cNvSpPr>
          <p:nvPr>
            <p:ph idx="1"/>
          </p:nvPr>
        </p:nvSpPr>
        <p:spPr>
          <a:xfrm>
            <a:off x="445273" y="1104900"/>
            <a:ext cx="8241527" cy="3086100"/>
          </a:xfrm>
        </p:spPr>
        <p:txBody>
          <a:bodyPr/>
          <a:lstStyle/>
          <a:p>
            <a:r>
              <a:rPr lang="en-US" sz="1500" dirty="0"/>
              <a:t>Mature, well adopted and very well documented</a:t>
            </a:r>
          </a:p>
          <a:p>
            <a:endParaRPr lang="en-US" sz="1500" dirty="0"/>
          </a:p>
          <a:p>
            <a:r>
              <a:rPr lang="en-US" sz="1500" dirty="0"/>
              <a:t>Release 3 ratified in 2018.  Release 4 under review</a:t>
            </a:r>
          </a:p>
          <a:p>
            <a:endParaRPr lang="en-US" sz="1500" dirty="0"/>
          </a:p>
          <a:p>
            <a:r>
              <a:rPr lang="en-US" sz="1500" dirty="0"/>
              <a:t>Open, free public documentation</a:t>
            </a:r>
          </a:p>
          <a:p>
            <a:endParaRPr lang="en-US" sz="1500" dirty="0"/>
          </a:p>
          <a:p>
            <a:r>
              <a:rPr lang="en-US" sz="1500" dirty="0"/>
              <a:t>Allows any authorized IoT application to discover and interact with any IoT device</a:t>
            </a:r>
          </a:p>
          <a:p>
            <a:endParaRPr lang="en-US" sz="1500" dirty="0"/>
          </a:p>
          <a:p>
            <a:r>
              <a:rPr lang="en-US" sz="1500" dirty="0"/>
              <a:t>Ideal for distributed and cooperative solutions such as smart cities/factories</a:t>
            </a:r>
          </a:p>
          <a:p>
            <a:endParaRPr lang="en-US" sz="1500" dirty="0"/>
          </a:p>
          <a:p>
            <a:r>
              <a:rPr lang="en-US" sz="1500" dirty="0"/>
              <a:t>Reduces fragmentation, increase reusability, and provides economies of scale</a:t>
            </a:r>
          </a:p>
        </p:txBody>
      </p:sp>
    </p:spTree>
    <p:extLst>
      <p:ext uri="{BB962C8B-B14F-4D97-AF65-F5344CB8AC3E}">
        <p14:creationId xmlns:p14="http://schemas.microsoft.com/office/powerpoint/2010/main" val="1489368876"/>
      </p:ext>
    </p:extLst>
  </p:cSld>
  <p:clrMapOvr>
    <a:masterClrMapping/>
  </p:clrMapOvr>
  <p:transition>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5</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API Considerations are Complex</a:t>
            </a:r>
          </a:p>
        </p:txBody>
      </p:sp>
      <p:sp>
        <p:nvSpPr>
          <p:cNvPr id="7" name="Content Placeholder 2"/>
          <p:cNvSpPr>
            <a:spLocks noGrp="1"/>
          </p:cNvSpPr>
          <p:nvPr>
            <p:ph idx="1"/>
          </p:nvPr>
        </p:nvSpPr>
        <p:spPr>
          <a:xfrm>
            <a:off x="445273" y="1104900"/>
            <a:ext cx="8241527" cy="3086100"/>
          </a:xfrm>
        </p:spPr>
        <p:txBody>
          <a:bodyPr/>
          <a:lstStyle/>
          <a:p>
            <a:r>
              <a:rPr lang="en-US" sz="1500" dirty="0"/>
              <a:t>Design patterns</a:t>
            </a:r>
          </a:p>
          <a:p>
            <a:endParaRPr lang="en-US" sz="1500" dirty="0"/>
          </a:p>
          <a:p>
            <a:r>
              <a:rPr lang="en-US" sz="1500" dirty="0"/>
              <a:t>Object Model</a:t>
            </a:r>
          </a:p>
          <a:p>
            <a:endParaRPr lang="en-US" sz="1500" dirty="0"/>
          </a:p>
          <a:p>
            <a:r>
              <a:rPr lang="en-US" sz="1500" dirty="0"/>
              <a:t>Transport Bindings</a:t>
            </a:r>
          </a:p>
          <a:p>
            <a:endParaRPr lang="en-US" sz="1500" dirty="0"/>
          </a:p>
          <a:p>
            <a:r>
              <a:rPr lang="en-US" sz="1500" dirty="0"/>
              <a:t>Security Architecture</a:t>
            </a:r>
          </a:p>
        </p:txBody>
      </p:sp>
    </p:spTree>
    <p:extLst>
      <p:ext uri="{BB962C8B-B14F-4D97-AF65-F5344CB8AC3E}">
        <p14:creationId xmlns:p14="http://schemas.microsoft.com/office/powerpoint/2010/main" val="397295207"/>
      </p:ext>
    </p:extLst>
  </p:cSld>
  <p:clrMapOvr>
    <a:masterClrMapping/>
  </p:clrMapOvr>
  <p:transition>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6</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oneM2M APIs</a:t>
            </a:r>
          </a:p>
        </p:txBody>
      </p:sp>
      <p:sp>
        <p:nvSpPr>
          <p:cNvPr id="7" name="Content Placeholder 2"/>
          <p:cNvSpPr>
            <a:spLocks noGrp="1"/>
          </p:cNvSpPr>
          <p:nvPr>
            <p:ph idx="1"/>
          </p:nvPr>
        </p:nvSpPr>
        <p:spPr>
          <a:xfrm>
            <a:off x="445273" y="1104900"/>
            <a:ext cx="8241527" cy="3086100"/>
          </a:xfrm>
        </p:spPr>
        <p:txBody>
          <a:bodyPr/>
          <a:lstStyle/>
          <a:p>
            <a:r>
              <a:rPr lang="en-US" sz="1500" dirty="0"/>
              <a:t>Very well-documented, RESTful, Request/Response model</a:t>
            </a:r>
          </a:p>
          <a:p>
            <a:endParaRPr lang="en-US" sz="1500" dirty="0"/>
          </a:p>
          <a:p>
            <a:r>
              <a:rPr lang="en-US" sz="1500" dirty="0"/>
              <a:t>Synchronous or Asynchronous with Callbacks</a:t>
            </a:r>
          </a:p>
          <a:p>
            <a:endParaRPr lang="en-US" sz="1500" dirty="0"/>
          </a:p>
          <a:p>
            <a:r>
              <a:rPr lang="en-US" sz="1500" dirty="0"/>
              <a:t>Technology independent object model publicly available</a:t>
            </a:r>
          </a:p>
          <a:p>
            <a:endParaRPr lang="en-US" sz="1500" dirty="0"/>
          </a:p>
          <a:p>
            <a:r>
              <a:rPr lang="en-US" sz="1500" dirty="0"/>
              <a:t>3 transport binding options:  HTTP/TLS, CoAP/DTLS, MQTT/TLS</a:t>
            </a:r>
          </a:p>
          <a:p>
            <a:endParaRPr lang="en-US" sz="1500" dirty="0"/>
          </a:p>
          <a:p>
            <a:r>
              <a:rPr lang="en-US" sz="1500" dirty="0"/>
              <a:t>https://www.onem2m.org/using-onem2m/developers/api#n2a</a:t>
            </a:r>
          </a:p>
        </p:txBody>
      </p:sp>
    </p:spTree>
    <p:extLst>
      <p:ext uri="{BB962C8B-B14F-4D97-AF65-F5344CB8AC3E}">
        <p14:creationId xmlns:p14="http://schemas.microsoft.com/office/powerpoint/2010/main" val="2471839129"/>
      </p:ext>
    </p:extLst>
  </p:cSld>
  <p:clrMapOvr>
    <a:masterClrMapping/>
  </p:clrMapOvr>
  <p:transition>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7</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oneM2M Common Service Layer</a:t>
            </a:r>
          </a:p>
        </p:txBody>
      </p:sp>
      <p:pic>
        <p:nvPicPr>
          <p:cNvPr id="3" name="Content Placeholder 2">
            <a:extLst>
              <a:ext uri="{FF2B5EF4-FFF2-40B4-BE49-F238E27FC236}">
                <a16:creationId xmlns:a16="http://schemas.microsoft.com/office/drawing/2014/main" id="{E12E5D42-9450-705D-4E46-74849716DE42}"/>
              </a:ext>
            </a:extLst>
          </p:cNvPr>
          <p:cNvPicPr>
            <a:picLocks noGrp="1" noChangeAspect="1"/>
          </p:cNvPicPr>
          <p:nvPr>
            <p:ph idx="1"/>
          </p:nvPr>
        </p:nvPicPr>
        <p:blipFill>
          <a:blip r:embed="rId2"/>
          <a:stretch>
            <a:fillRect/>
          </a:stretch>
        </p:blipFill>
        <p:spPr>
          <a:xfrm>
            <a:off x="1768872" y="1142999"/>
            <a:ext cx="5889228" cy="3249229"/>
          </a:xfrm>
        </p:spPr>
      </p:pic>
    </p:spTree>
    <p:extLst>
      <p:ext uri="{BB962C8B-B14F-4D97-AF65-F5344CB8AC3E}">
        <p14:creationId xmlns:p14="http://schemas.microsoft.com/office/powerpoint/2010/main" val="2089299898"/>
      </p:ext>
    </p:extLst>
  </p:cSld>
  <p:clrMapOvr>
    <a:masterClrMapping/>
  </p:clrMapOvr>
  <p:transition>
    <p:zoom dir="in"/>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8</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oneM2M Device Management</a:t>
            </a:r>
          </a:p>
        </p:txBody>
      </p:sp>
      <p:sp>
        <p:nvSpPr>
          <p:cNvPr id="7" name="Content Placeholder 2"/>
          <p:cNvSpPr>
            <a:spLocks noGrp="1"/>
          </p:cNvSpPr>
          <p:nvPr>
            <p:ph idx="1"/>
          </p:nvPr>
        </p:nvSpPr>
        <p:spPr>
          <a:xfrm>
            <a:off x="819788" y="905481"/>
            <a:ext cx="8241527" cy="3086100"/>
          </a:xfrm>
        </p:spPr>
        <p:txBody>
          <a:bodyPr/>
          <a:lstStyle/>
          <a:p>
            <a:pPr marL="0" indent="0">
              <a:buNone/>
            </a:pPr>
            <a:r>
              <a:rPr lang="en-US" sz="1500" dirty="0"/>
              <a:t>Provides an extensible facility to map any management technology (LwM2M, OMA-DM) to </a:t>
            </a:r>
            <a:r>
              <a:rPr lang="en-US" sz="1500" dirty="0" err="1"/>
              <a:t>ReSTful</a:t>
            </a:r>
            <a:r>
              <a:rPr lang="en-US" sz="1500" dirty="0"/>
              <a:t> northbound APIs</a:t>
            </a:r>
          </a:p>
          <a:p>
            <a:pPr marL="0" indent="0">
              <a:buNone/>
            </a:pPr>
            <a:endParaRPr lang="en-US" sz="1500" dirty="0"/>
          </a:p>
          <a:p>
            <a:pPr marL="0" indent="0">
              <a:buNone/>
            </a:pPr>
            <a:endParaRPr lang="en-US" sz="1500" dirty="0"/>
          </a:p>
        </p:txBody>
      </p:sp>
      <p:pic>
        <p:nvPicPr>
          <p:cNvPr id="3" name="Picture 2">
            <a:extLst>
              <a:ext uri="{FF2B5EF4-FFF2-40B4-BE49-F238E27FC236}">
                <a16:creationId xmlns:a16="http://schemas.microsoft.com/office/drawing/2014/main" id="{30C22714-CCFB-1C29-6678-2319FCF2E7F7}"/>
              </a:ext>
            </a:extLst>
          </p:cNvPr>
          <p:cNvPicPr>
            <a:picLocks noChangeAspect="1"/>
          </p:cNvPicPr>
          <p:nvPr/>
        </p:nvPicPr>
        <p:blipFill>
          <a:blip r:embed="rId2"/>
          <a:stretch>
            <a:fillRect/>
          </a:stretch>
        </p:blipFill>
        <p:spPr>
          <a:xfrm>
            <a:off x="1442720" y="1789038"/>
            <a:ext cx="6151220" cy="2720732"/>
          </a:xfrm>
          <a:prstGeom prst="rect">
            <a:avLst/>
          </a:prstGeom>
        </p:spPr>
      </p:pic>
    </p:spTree>
    <p:extLst>
      <p:ext uri="{BB962C8B-B14F-4D97-AF65-F5344CB8AC3E}">
        <p14:creationId xmlns:p14="http://schemas.microsoft.com/office/powerpoint/2010/main" val="2031666105"/>
      </p:ext>
    </p:extLst>
  </p:cSld>
  <p:clrMapOvr>
    <a:masterClrMapping/>
  </p:clrMapOvr>
  <p:transition>
    <p:zoom dir="in"/>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9</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Extensible Device Management</a:t>
            </a:r>
          </a:p>
        </p:txBody>
      </p:sp>
      <p:sp>
        <p:nvSpPr>
          <p:cNvPr id="7" name="Content Placeholder 2"/>
          <p:cNvSpPr>
            <a:spLocks noGrp="1"/>
          </p:cNvSpPr>
          <p:nvPr>
            <p:ph idx="1"/>
          </p:nvPr>
        </p:nvSpPr>
        <p:spPr>
          <a:xfrm>
            <a:off x="445273" y="1104900"/>
            <a:ext cx="8241527" cy="3086100"/>
          </a:xfrm>
        </p:spPr>
        <p:txBody>
          <a:bodyPr/>
          <a:lstStyle/>
          <a:p>
            <a:pPr marL="0" indent="0">
              <a:buNone/>
            </a:pPr>
            <a:r>
              <a:rPr lang="en-US" sz="1500" dirty="0"/>
              <a:t>Provides an extensible facility:</a:t>
            </a:r>
          </a:p>
          <a:p>
            <a:r>
              <a:rPr lang="en-US" sz="1500" dirty="0"/>
              <a:t>LwM2M </a:t>
            </a:r>
            <a:r>
              <a:rPr lang="en-US" sz="1500" b="1" dirty="0"/>
              <a:t>Objects</a:t>
            </a:r>
            <a:r>
              <a:rPr lang="en-US" sz="1500" dirty="0"/>
              <a:t> map to oneM2M </a:t>
            </a:r>
            <a:r>
              <a:rPr lang="en-US" sz="1500" b="1" dirty="0" err="1"/>
              <a:t>mgmtObjs</a:t>
            </a:r>
            <a:endParaRPr lang="en-US" sz="1500" b="1" dirty="0"/>
          </a:p>
          <a:p>
            <a:r>
              <a:rPr lang="en-US" sz="1500" dirty="0"/>
              <a:t>LwM2M </a:t>
            </a:r>
            <a:r>
              <a:rPr lang="en-US" sz="1500" b="1" dirty="0"/>
              <a:t>Resources</a:t>
            </a:r>
            <a:r>
              <a:rPr lang="en-US" sz="1500" dirty="0"/>
              <a:t> map to oneM2M </a:t>
            </a:r>
            <a:r>
              <a:rPr lang="en-US" sz="1500" b="1" dirty="0" err="1"/>
              <a:t>objAttr</a:t>
            </a:r>
            <a:endParaRPr lang="en-US" sz="1500" b="1" dirty="0"/>
          </a:p>
          <a:p>
            <a:endParaRPr lang="en-US" sz="1500" b="1" dirty="0"/>
          </a:p>
          <a:p>
            <a:pPr marL="0" indent="0">
              <a:buNone/>
            </a:pPr>
            <a:r>
              <a:rPr lang="en-US" sz="1500" dirty="0"/>
              <a:t>Published harmonization with LwM2M core </a:t>
            </a:r>
            <a:r>
              <a:rPr lang="en-US" sz="1500" dirty="0" err="1"/>
              <a:t>objs</a:t>
            </a:r>
            <a:endParaRPr lang="en-US" sz="1500" dirty="0"/>
          </a:p>
          <a:p>
            <a:pPr marL="0" indent="0">
              <a:buNone/>
            </a:pPr>
            <a:endParaRPr lang="en-US" sz="1500" dirty="0"/>
          </a:p>
          <a:p>
            <a:pPr marL="0" indent="0">
              <a:buNone/>
            </a:pPr>
            <a:endParaRPr lang="en-US" sz="1500" dirty="0"/>
          </a:p>
        </p:txBody>
      </p:sp>
      <p:pic>
        <p:nvPicPr>
          <p:cNvPr id="8" name="Picture 7">
            <a:extLst>
              <a:ext uri="{FF2B5EF4-FFF2-40B4-BE49-F238E27FC236}">
                <a16:creationId xmlns:a16="http://schemas.microsoft.com/office/drawing/2014/main" id="{EC355437-191C-F483-A12B-9F8FCE292E78}"/>
              </a:ext>
            </a:extLst>
          </p:cNvPr>
          <p:cNvPicPr>
            <a:picLocks noChangeAspect="1"/>
          </p:cNvPicPr>
          <p:nvPr/>
        </p:nvPicPr>
        <p:blipFill>
          <a:blip r:embed="rId2"/>
          <a:stretch>
            <a:fillRect/>
          </a:stretch>
        </p:blipFill>
        <p:spPr>
          <a:xfrm>
            <a:off x="4714240" y="762888"/>
            <a:ext cx="2540000" cy="5582908"/>
          </a:xfrm>
          <a:prstGeom prst="rect">
            <a:avLst/>
          </a:prstGeom>
        </p:spPr>
      </p:pic>
    </p:spTree>
    <p:extLst>
      <p:ext uri="{BB962C8B-B14F-4D97-AF65-F5344CB8AC3E}">
        <p14:creationId xmlns:p14="http://schemas.microsoft.com/office/powerpoint/2010/main" val="3690343920"/>
      </p:ext>
    </p:extLst>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10</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Mapping LwM2M Core Objects</a:t>
            </a:r>
          </a:p>
        </p:txBody>
      </p:sp>
      <p:sp>
        <p:nvSpPr>
          <p:cNvPr id="7" name="Content Placeholder 2"/>
          <p:cNvSpPr>
            <a:spLocks noGrp="1"/>
          </p:cNvSpPr>
          <p:nvPr>
            <p:ph idx="1"/>
          </p:nvPr>
        </p:nvSpPr>
        <p:spPr>
          <a:xfrm>
            <a:off x="445273" y="1104900"/>
            <a:ext cx="8241527" cy="3086100"/>
          </a:xfrm>
        </p:spPr>
        <p:txBody>
          <a:bodyPr/>
          <a:lstStyle/>
          <a:p>
            <a:pPr marL="0" indent="0">
              <a:buNone/>
            </a:pPr>
            <a:endParaRPr lang="en-US" sz="1500" dirty="0"/>
          </a:p>
          <a:p>
            <a:pPr marL="0" indent="0">
              <a:buNone/>
            </a:pPr>
            <a:endParaRPr lang="en-US" sz="1500" dirty="0"/>
          </a:p>
        </p:txBody>
      </p:sp>
      <p:pic>
        <p:nvPicPr>
          <p:cNvPr id="10" name="Picture 9">
            <a:extLst>
              <a:ext uri="{FF2B5EF4-FFF2-40B4-BE49-F238E27FC236}">
                <a16:creationId xmlns:a16="http://schemas.microsoft.com/office/drawing/2014/main" id="{1E4DDEB2-FDBE-82D7-75E6-00A66E35EF33}"/>
              </a:ext>
            </a:extLst>
          </p:cNvPr>
          <p:cNvPicPr>
            <a:picLocks noChangeAspect="1"/>
          </p:cNvPicPr>
          <p:nvPr/>
        </p:nvPicPr>
        <p:blipFill>
          <a:blip r:embed="rId2"/>
          <a:stretch>
            <a:fillRect/>
          </a:stretch>
        </p:blipFill>
        <p:spPr>
          <a:xfrm>
            <a:off x="1465697" y="754844"/>
            <a:ext cx="5300864" cy="4388656"/>
          </a:xfrm>
          <a:prstGeom prst="rect">
            <a:avLst/>
          </a:prstGeom>
        </p:spPr>
      </p:pic>
    </p:spTree>
    <p:extLst>
      <p:ext uri="{BB962C8B-B14F-4D97-AF65-F5344CB8AC3E}">
        <p14:creationId xmlns:p14="http://schemas.microsoft.com/office/powerpoint/2010/main" val="144057880"/>
      </p:ext>
    </p:extLst>
  </p:cSld>
  <p:clrMapOvr>
    <a:masterClrMapping/>
  </p:clrMapOvr>
  <p:transition>
    <p:zoom dir="in"/>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11</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Well-defined Security Architecture</a:t>
            </a:r>
          </a:p>
        </p:txBody>
      </p:sp>
      <p:sp>
        <p:nvSpPr>
          <p:cNvPr id="7" name="Content Placeholder 2"/>
          <p:cNvSpPr>
            <a:spLocks noGrp="1"/>
          </p:cNvSpPr>
          <p:nvPr>
            <p:ph idx="1"/>
          </p:nvPr>
        </p:nvSpPr>
        <p:spPr>
          <a:xfrm>
            <a:off x="445273" y="1104900"/>
            <a:ext cx="8241527" cy="3086100"/>
          </a:xfrm>
        </p:spPr>
        <p:txBody>
          <a:bodyPr/>
          <a:lstStyle/>
          <a:p>
            <a:pPr marL="0" indent="0">
              <a:buNone/>
            </a:pPr>
            <a:r>
              <a:rPr lang="en-US" sz="1500" dirty="0"/>
              <a:t>Based on open standard protocols (IETF, NIST, </a:t>
            </a:r>
            <a:r>
              <a:rPr lang="en-US" sz="1500" dirty="0" err="1"/>
              <a:t>etc</a:t>
            </a:r>
            <a:r>
              <a:rPr lang="en-US" sz="1500" dirty="0"/>
              <a:t>)</a:t>
            </a:r>
          </a:p>
          <a:p>
            <a:r>
              <a:rPr lang="en-US" sz="1500" dirty="0"/>
              <a:t>Authentication:  PSK or PKI</a:t>
            </a:r>
          </a:p>
          <a:p>
            <a:endParaRPr lang="en-US" sz="1500" dirty="0"/>
          </a:p>
          <a:p>
            <a:r>
              <a:rPr lang="en-US" sz="1500" dirty="0"/>
              <a:t>Authorization: </a:t>
            </a:r>
          </a:p>
          <a:p>
            <a:pPr lvl="1"/>
            <a:r>
              <a:rPr lang="en-US" sz="1200" dirty="0"/>
              <a:t>Centralized accessControlPolicy resources</a:t>
            </a:r>
          </a:p>
          <a:p>
            <a:pPr lvl="1"/>
            <a:r>
              <a:rPr lang="en-US" sz="1200" dirty="0"/>
              <a:t>De-centralized authorization tokens</a:t>
            </a:r>
          </a:p>
          <a:p>
            <a:endParaRPr lang="en-US" sz="1500" dirty="0"/>
          </a:p>
          <a:p>
            <a:r>
              <a:rPr lang="en-US" sz="1500" dirty="0"/>
              <a:t>API Transport Layer Security</a:t>
            </a:r>
          </a:p>
          <a:p>
            <a:pPr lvl="1"/>
            <a:r>
              <a:rPr lang="en-US" sz="1200" dirty="0"/>
              <a:t>TLS or DTLS</a:t>
            </a:r>
          </a:p>
          <a:p>
            <a:pPr lvl="1"/>
            <a:r>
              <a:rPr lang="en-US" sz="1200" dirty="0"/>
              <a:t>Privacy, message integrity, non-repudiation</a:t>
            </a:r>
          </a:p>
          <a:p>
            <a:endParaRPr lang="en-US" sz="1500" dirty="0"/>
          </a:p>
          <a:p>
            <a:r>
              <a:rPr lang="en-US" sz="1500" dirty="0"/>
              <a:t>https://www.onem2m.org/using-onem2m/developers/api#n2b</a:t>
            </a:r>
          </a:p>
        </p:txBody>
      </p:sp>
    </p:spTree>
    <p:extLst>
      <p:ext uri="{BB962C8B-B14F-4D97-AF65-F5344CB8AC3E}">
        <p14:creationId xmlns:p14="http://schemas.microsoft.com/office/powerpoint/2010/main" val="1110093219"/>
      </p:ext>
    </p:extLst>
  </p:cSld>
  <p:clrMapOvr>
    <a:masterClrMapping/>
  </p:clrMapOvr>
  <p:transition>
    <p:zoom dir="in"/>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356350"/>
            <a:ext cx="28956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r>
              <a:rPr lang="en-US"/>
              <a:t>Confidential</a:t>
            </a:r>
          </a:p>
        </p:txBody>
      </p:sp>
      <p:sp>
        <p:nvSpPr>
          <p:cNvPr id="5" name="Slide Number Placeholder 4"/>
          <p:cNvSpPr>
            <a:spLocks noGrp="1"/>
          </p:cNvSpPr>
          <p:nvPr>
            <p:ph type="sldNum" sz="quarter" idx="11"/>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defRPr/>
            </a:pPr>
            <a:fld id="{4A1842C9-FE86-4A85-BC30-3F8DD9673D4B}" type="slidenum">
              <a:rPr lang="en-US" smtClean="0"/>
              <a:pPr>
                <a:defRPr/>
              </a:pPr>
              <a:t>12</a:t>
            </a:fld>
            <a:endParaRPr lang="en-US" dirty="0"/>
          </a:p>
        </p:txBody>
      </p:sp>
      <p:sp>
        <p:nvSpPr>
          <p:cNvPr id="6" name="Title 1"/>
          <p:cNvSpPr>
            <a:spLocks noGrp="1"/>
          </p:cNvSpPr>
          <p:nvPr>
            <p:ph type="title"/>
          </p:nvPr>
        </p:nvSpPr>
        <p:spPr>
          <a:xfrm>
            <a:off x="1485900" y="0"/>
            <a:ext cx="6172200" cy="857250"/>
          </a:xfrm>
        </p:spPr>
        <p:txBody>
          <a:bodyPr/>
          <a:lstStyle/>
          <a:p>
            <a:pPr eaLnBrk="1" hangingPunct="1"/>
            <a:r>
              <a:rPr lang="en-US" dirty="0"/>
              <a:t>More Resources</a:t>
            </a:r>
          </a:p>
        </p:txBody>
      </p:sp>
      <p:sp>
        <p:nvSpPr>
          <p:cNvPr id="7" name="Content Placeholder 2"/>
          <p:cNvSpPr>
            <a:spLocks noGrp="1"/>
          </p:cNvSpPr>
          <p:nvPr>
            <p:ph idx="1"/>
          </p:nvPr>
        </p:nvSpPr>
        <p:spPr>
          <a:xfrm>
            <a:off x="445273" y="830036"/>
            <a:ext cx="8241527" cy="3086100"/>
          </a:xfrm>
        </p:spPr>
        <p:txBody>
          <a:bodyPr/>
          <a:lstStyle/>
          <a:p>
            <a:pPr marL="0" indent="0">
              <a:spcAft>
                <a:spcPts val="800"/>
              </a:spcAft>
              <a:buNone/>
            </a:pPr>
            <a:r>
              <a:rPr lang="en-US" sz="1400" dirty="0">
                <a:hlinkClick r:id="rId2">
                  <a:extLst>
                    <a:ext uri="{A12FA001-AC4F-418D-AE19-62706E023703}">
                      <ahyp:hlinkClr xmlns:ahyp="http://schemas.microsoft.com/office/drawing/2018/hyperlinkcolor" val="tx"/>
                    </a:ext>
                  </a:extLst>
                </a:hlinkClick>
              </a:rPr>
              <a:t>https://www.onem2m.org/</a:t>
            </a:r>
            <a:endParaRPr lang="en-US" sz="1400" dirty="0"/>
          </a:p>
          <a:p>
            <a:pPr marL="0" indent="0">
              <a:spcAft>
                <a:spcPts val="800"/>
              </a:spcAft>
              <a:buNone/>
            </a:pPr>
            <a:r>
              <a:rPr lang="en-US" sz="1400" b="1" dirty="0"/>
              <a:t>XSD Schemas:  </a:t>
            </a:r>
            <a:r>
              <a:rPr lang="en-US" sz="1400" dirty="0">
                <a:hlinkClick r:id="rId3">
                  <a:extLst>
                    <a:ext uri="{A12FA001-AC4F-418D-AE19-62706E023703}">
                      <ahyp:hlinkClr xmlns:ahyp="http://schemas.microsoft.com/office/drawing/2018/hyperlinkcolor" val="tx"/>
                    </a:ext>
                  </a:extLst>
                </a:hlinkClick>
              </a:rPr>
              <a:t>https://git.onem2m.org/PRO/XSD/-/tree/master/v3_29_0</a:t>
            </a:r>
            <a:endParaRPr lang="en-US" sz="1400" dirty="0"/>
          </a:p>
          <a:p>
            <a:pPr marL="0" indent="0">
              <a:spcAft>
                <a:spcPts val="800"/>
              </a:spcAft>
              <a:buNone/>
            </a:pPr>
            <a:r>
              <a:rPr lang="en-US" sz="1400" b="1" dirty="0"/>
              <a:t>Developer Info:  </a:t>
            </a:r>
            <a:r>
              <a:rPr lang="en-US" sz="1400" dirty="0">
                <a:hlinkClick r:id="rId4">
                  <a:extLst>
                    <a:ext uri="{A12FA001-AC4F-418D-AE19-62706E023703}">
                      <ahyp:hlinkClr xmlns:ahyp="http://schemas.microsoft.com/office/drawing/2018/hyperlinkcolor" val="tx"/>
                    </a:ext>
                  </a:extLst>
                </a:hlinkClick>
              </a:rPr>
              <a:t>https://www.onem2m.org/using-onem2m/developers</a:t>
            </a:r>
            <a:endParaRPr lang="en-US" sz="1400" dirty="0"/>
          </a:p>
          <a:p>
            <a:pPr marL="0" indent="0">
              <a:spcAft>
                <a:spcPts val="800"/>
              </a:spcAft>
              <a:buNone/>
            </a:pPr>
            <a:r>
              <a:rPr lang="en-US" sz="1400" b="1" dirty="0"/>
              <a:t>oneM2M </a:t>
            </a:r>
            <a:r>
              <a:rPr lang="en-US" sz="1400" b="1" dirty="0" err="1"/>
              <a:t>Github</a:t>
            </a:r>
            <a:r>
              <a:rPr lang="en-US" sz="1400" b="1" dirty="0"/>
              <a:t>:  </a:t>
            </a:r>
            <a:r>
              <a:rPr lang="en-US" sz="1400" dirty="0">
                <a:hlinkClick r:id="rId5">
                  <a:extLst>
                    <a:ext uri="{A12FA001-AC4F-418D-AE19-62706E023703}">
                      <ahyp:hlinkClr xmlns:ahyp="http://schemas.microsoft.com/office/drawing/2018/hyperlinkcolor" val="tx"/>
                    </a:ext>
                  </a:extLst>
                </a:hlinkClick>
              </a:rPr>
              <a:t>https://github.com/oneM2M-Tutorials</a:t>
            </a:r>
            <a:endParaRPr lang="en-US" sz="1400" dirty="0"/>
          </a:p>
          <a:p>
            <a:pPr marL="0" indent="0">
              <a:spcAft>
                <a:spcPts val="800"/>
              </a:spcAft>
              <a:buNone/>
            </a:pPr>
            <a:r>
              <a:rPr lang="en-US" sz="1400" b="1" dirty="0"/>
              <a:t>Developer Tools:  </a:t>
            </a:r>
            <a:r>
              <a:rPr lang="en-US" sz="1400" dirty="0">
                <a:hlinkClick r:id="rId6">
                  <a:extLst>
                    <a:ext uri="{A12FA001-AC4F-418D-AE19-62706E023703}">
                      <ahyp:hlinkClr xmlns:ahyp="http://schemas.microsoft.com/office/drawing/2018/hyperlinkcolor" val="tx"/>
                    </a:ext>
                  </a:extLst>
                </a:hlinkClick>
              </a:rPr>
              <a:t>https://wiki.onem2m.org/index.php?title=Tools</a:t>
            </a:r>
            <a:endParaRPr lang="en-US" sz="1400" dirty="0"/>
          </a:p>
          <a:p>
            <a:pPr marL="0" indent="0">
              <a:spcAft>
                <a:spcPts val="800"/>
              </a:spcAft>
              <a:buNone/>
            </a:pPr>
            <a:r>
              <a:rPr lang="en-US" sz="1400" b="1" dirty="0"/>
              <a:t>Developer Guides:  </a:t>
            </a:r>
            <a:r>
              <a:rPr lang="en-US" sz="1400" dirty="0">
                <a:hlinkClick r:id="rId7">
                  <a:extLst>
                    <a:ext uri="{A12FA001-AC4F-418D-AE19-62706E023703}">
                      <ahyp:hlinkClr xmlns:ahyp="http://schemas.microsoft.com/office/drawing/2018/hyperlinkcolor" val="tx"/>
                    </a:ext>
                  </a:extLst>
                </a:hlinkClick>
              </a:rPr>
              <a:t>https://wiki.onem2m.org/index.php?title=Developer_Guides</a:t>
            </a:r>
            <a:endParaRPr lang="en-US" sz="1400" dirty="0"/>
          </a:p>
          <a:p>
            <a:pPr marL="0" indent="0">
              <a:spcAft>
                <a:spcPts val="800"/>
              </a:spcAft>
              <a:buNone/>
            </a:pPr>
            <a:r>
              <a:rPr lang="en-US" sz="1400" b="1" dirty="0"/>
              <a:t>Open-Source Projects:  </a:t>
            </a:r>
            <a:r>
              <a:rPr lang="en-US" sz="1400" dirty="0">
                <a:hlinkClick r:id="rId8">
                  <a:extLst>
                    <a:ext uri="{A12FA001-AC4F-418D-AE19-62706E023703}">
                      <ahyp:hlinkClr xmlns:ahyp="http://schemas.microsoft.com/office/drawing/2018/hyperlinkcolor" val="tx"/>
                    </a:ext>
                  </a:extLst>
                </a:hlinkClick>
              </a:rPr>
              <a:t>https://wiki.onem2m.org/index.php?title=Open_Source</a:t>
            </a:r>
            <a:endParaRPr lang="en-US" sz="1400" dirty="0"/>
          </a:p>
          <a:p>
            <a:pPr marL="0" indent="0">
              <a:spcAft>
                <a:spcPts val="800"/>
              </a:spcAft>
              <a:buNone/>
            </a:pPr>
            <a:r>
              <a:rPr lang="en-US" sz="1400" b="1" dirty="0"/>
              <a:t>oneM2M GitLab:  </a:t>
            </a:r>
            <a:r>
              <a:rPr lang="en-US" sz="1400" dirty="0">
                <a:hlinkClick r:id="rId9">
                  <a:extLst>
                    <a:ext uri="{A12FA001-AC4F-418D-AE19-62706E023703}">
                      <ahyp:hlinkClr xmlns:ahyp="http://schemas.microsoft.com/office/drawing/2018/hyperlinkcolor" val="tx"/>
                    </a:ext>
                  </a:extLst>
                </a:hlinkClick>
              </a:rPr>
              <a:t>https://git.onem2m.org/explore/projects</a:t>
            </a:r>
            <a:endParaRPr lang="en-US" sz="1400" dirty="0"/>
          </a:p>
          <a:p>
            <a:pPr marL="0" indent="0" algn="l">
              <a:spcAft>
                <a:spcPts val="800"/>
              </a:spcAft>
              <a:buNone/>
            </a:pPr>
            <a:r>
              <a:rPr lang="en-US" sz="1400" b="1" dirty="0"/>
              <a:t>oneM2M on StackOverflow:  </a:t>
            </a:r>
            <a:r>
              <a:rPr lang="en-US" sz="1400" dirty="0">
                <a:hlinkClick r:id="rId10">
                  <a:extLst>
                    <a:ext uri="{A12FA001-AC4F-418D-AE19-62706E023703}">
                      <ahyp:hlinkClr xmlns:ahyp="http://schemas.microsoft.com/office/drawing/2018/hyperlinkcolor" val="tx"/>
                    </a:ext>
                  </a:extLst>
                </a:hlinkClick>
              </a:rPr>
              <a:t>https://stackoverflow.com/questions/tagged/onem2m</a:t>
            </a:r>
            <a:endParaRPr lang="en-US" sz="1400" dirty="0"/>
          </a:p>
          <a:p>
            <a:pPr marL="0" indent="0" algn="l">
              <a:spcAft>
                <a:spcPts val="800"/>
              </a:spcAft>
              <a:buNone/>
            </a:pPr>
            <a:r>
              <a:rPr lang="en-US" sz="1400" b="1" dirty="0"/>
              <a:t>oneM2M on Hackster.io:  </a:t>
            </a:r>
            <a:r>
              <a:rPr lang="en-US" sz="1400" dirty="0">
                <a:hlinkClick r:id="rId11">
                  <a:extLst>
                    <a:ext uri="{A12FA001-AC4F-418D-AE19-62706E023703}">
                      <ahyp:hlinkClr xmlns:ahyp="http://schemas.microsoft.com/office/drawing/2018/hyperlinkcolor" val="tx"/>
                    </a:ext>
                  </a:extLst>
                </a:hlinkClick>
              </a:rPr>
              <a:t>https://www.hackster.io/onem2m</a:t>
            </a:r>
            <a:endParaRPr lang="en-US" sz="1400" dirty="0"/>
          </a:p>
          <a:p>
            <a:pPr marL="0" indent="0" algn="l">
              <a:spcAft>
                <a:spcPts val="800"/>
              </a:spcAft>
              <a:buNone/>
            </a:pPr>
            <a:r>
              <a:rPr lang="en-US" sz="1400" b="1" dirty="0"/>
              <a:t>White Papers:  </a:t>
            </a:r>
            <a:r>
              <a:rPr lang="en-US" sz="1400" dirty="0">
                <a:hlinkClick r:id="rId12">
                  <a:extLst>
                    <a:ext uri="{A12FA001-AC4F-418D-AE19-62706E023703}">
                      <ahyp:hlinkClr xmlns:ahyp="http://schemas.microsoft.com/office/drawing/2018/hyperlinkcolor" val="tx"/>
                    </a:ext>
                  </a:extLst>
                </a:hlinkClick>
              </a:rPr>
              <a:t>https://www.onem2m.org/resources/white-papers</a:t>
            </a:r>
            <a:endParaRPr lang="en-US" sz="1400" dirty="0"/>
          </a:p>
          <a:p>
            <a:pPr marL="0" indent="0">
              <a:buNone/>
            </a:pPr>
            <a:endParaRPr lang="en-US" sz="1200" dirty="0"/>
          </a:p>
        </p:txBody>
      </p:sp>
    </p:spTree>
    <p:extLst>
      <p:ext uri="{BB962C8B-B14F-4D97-AF65-F5344CB8AC3E}">
        <p14:creationId xmlns:p14="http://schemas.microsoft.com/office/powerpoint/2010/main" val="4084810841"/>
      </p:ext>
    </p:extLst>
  </p:cSld>
  <p:clrMapOvr>
    <a:masterClrMapping/>
  </p:clrMapOvr>
  <p:transition>
    <p:zoom dir="in"/>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C26-6844-2242-9608-2C00D3E966C8}"/>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24B50A4F-AA75-3A42-8BE4-40726FC8774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7800555"/>
      </p:ext>
    </p:extLst>
  </p:cSld>
  <p:clrMapOvr>
    <a:masterClrMapping/>
  </p:clrMapOvr>
  <p:transition>
    <p:zoom dir="in"/>
  </p:transition>
</p:sld>
</file>

<file path=ppt/theme/theme1.xml><?xml version="1.0" encoding="utf-8"?>
<a:theme xmlns:a="http://schemas.openxmlformats.org/drawingml/2006/main" name="BOD Templat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1_OMA 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0488" tIns="44450" rIns="90488" bIns="44450" numCol="1" anchor="t" anchorCtr="0" compatLnSpc="1">
        <a:prstTxWarp prst="textNoShape">
          <a:avLst/>
        </a:prstTxWarp>
      </a:bodyPr>
      <a:lstStyle>
        <a:defPPr marL="280988" marR="0" indent="-280988" algn="l" defTabSz="762000" rtl="0" eaLnBrk="0" fontAlgn="base" latinLnBrk="0" hangingPunct="0">
          <a:lnSpc>
            <a:spcPct val="100000"/>
          </a:lnSpc>
          <a:spcBef>
            <a:spcPct val="25000"/>
          </a:spcBef>
          <a:spcAft>
            <a:spcPct val="0"/>
          </a:spcAft>
          <a:buClr>
            <a:srgbClr val="000066"/>
          </a:buClr>
          <a:buSzTx/>
          <a:buFontTx/>
          <a:buChar char="•"/>
          <a:tabLst/>
          <a:defRPr kumimoji="0" lang="en-US" sz="2400" b="0" i="0" u="none" strike="noStrike" cap="none" normalizeH="0" baseline="0">
            <a:ln>
              <a:noFill/>
            </a:ln>
            <a:solidFill>
              <a:srgbClr val="000066"/>
            </a:solidFill>
            <a:effectLst/>
            <a:latin typeface="Tahoma" pitchFamily="-111"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0488" tIns="44450" rIns="90488" bIns="44450" numCol="1" anchor="t" anchorCtr="0" compatLnSpc="1">
        <a:prstTxWarp prst="textNoShape">
          <a:avLst/>
        </a:prstTxWarp>
      </a:bodyPr>
      <a:lstStyle>
        <a:defPPr marL="280988" marR="0" indent="-280988" algn="l" defTabSz="762000" rtl="0" eaLnBrk="0" fontAlgn="base" latinLnBrk="0" hangingPunct="0">
          <a:lnSpc>
            <a:spcPct val="100000"/>
          </a:lnSpc>
          <a:spcBef>
            <a:spcPct val="25000"/>
          </a:spcBef>
          <a:spcAft>
            <a:spcPct val="0"/>
          </a:spcAft>
          <a:buClr>
            <a:srgbClr val="000066"/>
          </a:buClr>
          <a:buSzTx/>
          <a:buFontTx/>
          <a:buChar char="•"/>
          <a:tabLst/>
          <a:defRPr kumimoji="0" lang="en-US" sz="2400" b="0" i="0" u="none" strike="noStrike" cap="none" normalizeH="0" baseline="0">
            <a:ln>
              <a:noFill/>
            </a:ln>
            <a:solidFill>
              <a:srgbClr val="000066"/>
            </a:solidFill>
            <a:effectLst/>
            <a:latin typeface="Tahoma" pitchFamily="-111" charset="0"/>
          </a:defRPr>
        </a:defPPr>
      </a:lstStyle>
    </a:lnDef>
  </a:objectDefaults>
  <a:extraClrSchemeLst>
    <a:extraClrScheme>
      <a:clrScheme name="1_OMA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OMA 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OMA 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OMA 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OMA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OMA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OMA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MA-BOARD-2020-0025R01-OMA_3" id="{B294D552-BD20-8645-B9EB-BB3BDF52A04F}" vid="{FF18CEC5-D0FC-F34A-8E20-0E4F0E172E1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1575705F6D0041BBA738374C2950CC" ma:contentTypeVersion="16" ma:contentTypeDescription="Crée un document." ma:contentTypeScope="" ma:versionID="c9ae210f52a768628f80f3f88003d594">
  <xsd:schema xmlns:xsd="http://www.w3.org/2001/XMLSchema" xmlns:xs="http://www.w3.org/2001/XMLSchema" xmlns:p="http://schemas.microsoft.com/office/2006/metadata/properties" xmlns:ns3="c2d4fc01-b6a3-4a60-903b-46b48a4ce2e9" xmlns:ns4="eaa625b0-ccab-450f-9769-74ef15b417af" targetNamespace="http://schemas.microsoft.com/office/2006/metadata/properties" ma:root="true" ma:fieldsID="db00e3cf42bb32fb2255ef72fc99f069" ns3:_="" ns4:_="">
    <xsd:import namespace="c2d4fc01-b6a3-4a60-903b-46b48a4ce2e9"/>
    <xsd:import namespace="eaa625b0-ccab-450f-9769-74ef15b417a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ServiceOCR" minOccurs="0"/>
                <xsd:element ref="ns3:MediaLengthInSecond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d4fc01-b6a3-4a60-903b-46b48a4ce2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a625b0-ccab-450f-9769-74ef15b417af"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2d4fc01-b6a3-4a60-903b-46b48a4ce2e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E2DB705-64A8-4A02-A87C-71FFADF5D0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d4fc01-b6a3-4a60-903b-46b48a4ce2e9"/>
    <ds:schemaRef ds:uri="eaa625b0-ccab-450f-9769-74ef15b417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052F8C-BCDC-4466-95D7-4241BAB4C854}">
  <ds:schemaRefs>
    <ds:schemaRef ds:uri="eaa625b0-ccab-450f-9769-74ef15b417af"/>
    <ds:schemaRef ds:uri="http://purl.org/dc/elements/1.1/"/>
    <ds:schemaRef ds:uri="http://schemas.microsoft.com/office/2006/documentManagement/types"/>
    <ds:schemaRef ds:uri="c2d4fc01-b6a3-4a60-903b-46b48a4ce2e9"/>
    <ds:schemaRef ds:uri="http://purl.org/dc/dcmitype/"/>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00336C0A-CCD9-4871-99F3-FC7741B866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BOD Template</Template>
  <TotalTime>21404</TotalTime>
  <Words>644</Words>
  <Application>Microsoft Macintosh PowerPoint</Application>
  <PresentationFormat>On-screen Show (16:9)</PresentationFormat>
  <Paragraphs>103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 Light</vt:lpstr>
      <vt:lpstr>Rotis Sans Serif for Nokia</vt:lpstr>
      <vt:lpstr>Tahoma</vt:lpstr>
      <vt:lpstr>Times</vt:lpstr>
      <vt:lpstr>BOD Template</vt:lpstr>
      <vt:lpstr>OMA DMSO Working Group  Northbound API Workshop  25-September-23</vt:lpstr>
      <vt:lpstr>Reminders</vt:lpstr>
      <vt:lpstr>What is oneM2M ?</vt:lpstr>
      <vt:lpstr>Why consider oneM2M ?</vt:lpstr>
      <vt:lpstr>API Considerations are Complex</vt:lpstr>
      <vt:lpstr>oneM2M APIs</vt:lpstr>
      <vt:lpstr>oneM2M Common Service Layer</vt:lpstr>
      <vt:lpstr>oneM2M Device Management</vt:lpstr>
      <vt:lpstr>Extensible Device Management</vt:lpstr>
      <vt:lpstr>Mapping LwM2M Core Objects</vt:lpstr>
      <vt:lpstr>Well-defined Security Architecture</vt:lpstr>
      <vt:lpstr>More 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Participate</dc:title>
  <dc:creator>Seth Newberry</dc:creator>
  <cp:lastModifiedBy>Will Bell</cp:lastModifiedBy>
  <cp:revision>316</cp:revision>
  <cp:lastPrinted>2012-08-07T23:46:26Z</cp:lastPrinted>
  <dcterms:created xsi:type="dcterms:W3CDTF">2023-05-09T21:50:19Z</dcterms:created>
  <dcterms:modified xsi:type="dcterms:W3CDTF">2023-09-26T15:20:24Z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0x010100451575705F6D0041BBA738374C2950CC</vt:lpwstr>
  </property>
  <property fmtid="{D5CDD505-2E9C-101B-9397-08002B2CF9AE}" pid="3" name="MediaServiceImageTags">
    <vt:lpwstr/>
  </property>
</Properties>
</file>